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828800" cy="1828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859536"/>
            <a:ext cx="1389888" cy="13898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219456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Time Savings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Foundation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1–4  •  Oct 1 – Oct 28, 2026  •  Deep-Dive Deck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UNIT 1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AI in Medicine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Oct 1–7,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065A8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HITL and explain why it anchors the entire course.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423164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423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70m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871720" y="3749040"/>
            <a:ext cx="21158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71720" y="3749040"/>
            <a:ext cx="2115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35m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987540" y="3749040"/>
            <a:ext cx="302260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87540" y="3749040"/>
            <a:ext cx="302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50m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0010140" y="3749040"/>
            <a:ext cx="151130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010140" y="3749040"/>
            <a:ext cx="15113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25m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1 Deep Dive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AI in Medicine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(HITL)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are generated by pattern-matching, not understanding — only a human can catch when fluent text doesn't match what actually happened in the room.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ambient scribe writes "patient denies chest pain" when the patient actually reported jaw-radiating chest pain. HITL means the physician catches this before signing, not after an MI visit.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1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AI in Medicine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Error Rate: WER = (S+D+I)/N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tells you exactly what kind of listening mistake a scribe is prone to — substitution, deletion, or insertion — so you know where to focus your review.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200-word note with 3 substitutions, 2 deletions, and 1 insertion has WER = 6/200 = 3%. That looks low, but the single insertion could still be a hallucinated symptom.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1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Microsoft/Nuance DAX, Abridge, Nabla, Suki — leading ambient-scribe vendors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Kaiser Permanente: 7,260 physicians, 2.57M encounters documented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UCSF Health: 44.6% ambulatory-encounter adoption rate — among the fastest tech diffusions in medical history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1 Deep Dive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accounts: Synthea, sandbox EHR, ambient-scribe trial license — done live, screen-shared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exercise: time a manual documentation task with no AI, for comparison in Week 4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931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Circulate during the timed task but don't answer content questions — it would bias the baseline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1 Deep Dive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34-year-old family physician uses an ambient AI scribe during a visit for a patient with chest pain radiating to the jaw. The AI-generated note documents "patient denies chest pain" based on a mistranscription. The physician signs the note without reading it, and the patient later returns with an MI. What is the most important systemic failure illustrated here?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scribe's speech-recognition accuracy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Automation bias / failure of human-in-the-loop verification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Inadequate malpractice insurance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Lack of ICD-10 coding accuracy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1 Deep Dive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transformer attention mechanism lets clinicians reason about WHY a model might mishear a homophone-heavy phrase (e.g., "denies" vs. "defines") — turning error-spotting from guesswork into pattern recognition. Knowing WER's three error types (substitution, deletion, insertion) lets a clinician target review time at exactly where a scribe is most likely to fail.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1 Deep Dive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words, explain to a classmate why a low word-error-rate does not guarantee a clinically safe note.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2 — Prompt Engineering, The Four Rs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1 Deep Dive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UNIT 2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— The Four Rs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Oct 8–14,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065A8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Request, Reason, References, Revise to a clinical prompt.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36271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362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60m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267200" y="3749040"/>
            <a:ext cx="18135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6720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30m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080760" y="3749040"/>
            <a:ext cx="362712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080760" y="3749040"/>
            <a:ext cx="362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60m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707880" y="3749040"/>
            <a:ext cx="181356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70788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30m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2 Deep Dive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— The Four 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Rs Framework (Request, Reason, References, Revise)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without a built-in correction step hides its own errors — Revise is what turns a one-shot guess into a checked answer.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"Summarize this visit," a Four-Rs prompt asks the model to cite which statements support each assessment and flag anything uncertain — turning a black box into an auditable draft.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2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— The Four 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Next-Token Prediction &amp; Temperature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only reshapes the model's CONTEXT, not its trained knowledge — this explains why a perfect prompt can still produce a factually wrong answer.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the temperature setting from 0.8 to 0.2 makes an ambient scribe's phrasing more consistent across repeated runs of the same visit — useful when consistency matters more than variety.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2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Anthropic, OpenAI, Google — publish prompting frameworks EHR vendors build 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Epic's embedded AI tools and ambient-scribe vendors adapt Four-Rs-style structured prompting internally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2 Deep Dive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up: one plays patient (Synthea case card), one plays clinician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scribe, then revise the prompt once based on what it got wrong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931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both prompt versions side-by-side; review 3–4 pairs as a group in the last 20 minutes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2 Deep Dive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prompt structures best exemplifies the AAFP Four Rs framework (Request, Reason, References, Revise) when asking an AI scribe to summarize a visit?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"Summarize this."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"Summarize this visit for chronic pain follow-up, cite which statements support each assessment, and flag anything uncertain for me to revise."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"Write a note that will pass insurance audit."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"Make this note sound more professional."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2 Deep Dive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that temperature controls output randomness helps clinicians understand why the SAME prompt can occasionally generate a differently worded note — and when that variability crosses into a safety concern worth flagging to IT.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2 Deep Dive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prompt using the Four Rs for a follow-up visit note, then explain which R you found hardest to include and why.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3 — Ambient Scribing in Practice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2 Deep Dive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UNIT 3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 Scribing in Practice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Oct 15–21,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065A8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scribe errors and explain the German literacy-gap training rationale.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33248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3324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55m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64940" y="3749040"/>
            <a:ext cx="27203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64940" y="3749040"/>
            <a:ext cx="2720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45m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685280" y="3749040"/>
            <a:ext cx="302260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85280" y="3749040"/>
            <a:ext cx="302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50m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707880" y="3749040"/>
            <a:ext cx="181356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70788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30m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3 Deep Dive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 Scribing in Practice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ASR Error Taxonomy: Substitution, Deletion, Insertion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error types cluster in different parts of a visit — knowing the pattern tells you where to look first.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lists are substitution-prone (drug names sound alike), rapid review-of-systems is deletion-prone, and ambiguous patient phrasing is insertion-prone.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3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 Scribing in Practice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PDQI-9 Note Quality Score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"looks fine" read misses systematic weaknesses — PDQI-9 forces you to check accuracy, thoroughness, and organization separately.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97-encounter, 5-specialty study found AI notes scored 4.20/5 vs. 4.25/5 for physician notes — nearly equivalent overall, but the gap concentrated in one specific dimension: thoroughness.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3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Suki's Ambient scribe uses both proprietary and tuned third-party LLMs for summarization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Snow Labs Healthcare NLP: 2,000+ pre-trained clinical models, continuously fine-tuned via clinician feedback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97-encounter, 5-specialty PDQI-9 study found ambient notes scored 4.20/5 vs. 4.25/5 for physician-authored notes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3 Deep Dive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mock-clinic day: 3–4 synthetic-patient encounters of increasing complexity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running "catch log" tagged by error type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931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15 min: total your own catch log — this becomes your baseline for Week 4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3 Deep Dive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German GP with limited technical background is onboarded to an ambient scribe. What is the primary regulatory driver for structured (not self-study) training?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EU trade tariffs on software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The documented shortage of technical AI literacy among German primary care physicians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US FDA device classification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HIPAA training requirements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3 Deep Dive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PDQI-9 dimensions gives clinicians a structured checklist for reviewing AI drafts — accuracy, thoroughness, organization, and internal consistency, one at a time — instead of a vague "does this sound right."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3 Deep Dive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your own catch log from this week, classify each correction you made using the PDQI-9 categories — which category had the most errors?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4 — Synthesis &amp; Checkoff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3 Deep Dive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UNIT 4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&amp; Checkoff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Oct 22–28,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065A8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 why efficiency gains don't imply trustworthiness, and pass the graded scribing checkoff.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24180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241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40m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58160" y="3749040"/>
            <a:ext cx="12090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58160" y="3749040"/>
            <a:ext cx="120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20m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267200" y="3749040"/>
            <a:ext cx="362712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67200" y="3749040"/>
            <a:ext cx="362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60m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894320" y="3749040"/>
            <a:ext cx="362712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94320" y="3749040"/>
            <a:ext cx="362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60m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4 Deep Dive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&amp; Checkoff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Δt = t_baseline − t_AI-assisted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time-saved number means nothing without knowing whether your error-catch rate changed in the same direction.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saved 12 minutes/visit but caught zero errors in their catch log has a different risk profile than one who saved 8 minutes but caught 3 real errors.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4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DAX, Abridge, Nabla, Suki, John Snow Labs — the vendor landscape covered this month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4 Deep Dive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run one full ambient-scribed encounter, correct the note, and sign it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Grading: catch at least one seeded error, and the corrected note reflects it accurately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931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miss the seeded error repeat before advancing to Chapter 2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4 Deep Dive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resident says, "The scribe saved me two hours today, so I trust it completely now." What teaching point should the attending raise?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Time saved is inversely proportional to error rate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Efficiency gains do not change the verification obligation — time saved and accuracy are separate axes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resident should stop using the tool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Time savings validate the tool's diagnostic accuracy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4 Deep Dive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graded checkoff mirrors exactly what published trials measure (time-in-note, error rate) — students leave with a personally-collected dataset proving whether efficiency and safety moved together or apart for them specifically.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4 Deep Dive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own Δt and catch-log error count to the class — did your fastest week have the fewest or the most caught errors, and why might that be?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Chapter 2 — AI-Driven Diagnostics &amp; the Safety Override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4 Deep Dive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005840"/>
            <a:ext cx="1828800" cy="1828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225296"/>
            <a:ext cx="1389888" cy="1389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1 Complete.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Human-in-the-Loop: the foundation for everything that follows.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2026-09-10T01:59:55Z</dcterms:created>
  <dcterms:modified xsi:type="dcterms:W3CDTF">2026-09-10T01:59:55Z</dcterms:modified>
</cp:coreProperties>
</file>