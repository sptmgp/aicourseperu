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deck to the main 31-slide Teaching &amp; Instructional Material deck. Pair each slide here with its matching unit slide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3" y="848563"/>
            <a:ext cx="1320394" cy="13203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TIME, TRAINING &amp; PRACTICE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00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to the Teaching &amp; Instructional Material Deck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886200"/>
            <a:ext cx="29260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069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unit: how time is saved (or not), how the underlying AI was trained, and a practice question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in Medicine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 yet this week — Week 1 sets the BASELINE (manual documentation time) that later weeks compare against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ambient-scribe trials report roughly 13–16 minutes/day saved on EHR work once adopted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scribes pair speech-to-text (ASR) with a large language model (LLM)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pre-trained on broad general text, then fine-tuned on clinical dialogue/transcripts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improvement comes from clinician-correction feedback loops, not a one-time training event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ambient scribe's underlying LLM is best described as having been trained primarily by: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Reading only this hospital's own patient charts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Pre-training on broad text corpora, then fine-tuning on clinical dialogue with clinician feedback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fixed rule-based dictionary with no learning component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Government-issued clinical guidelines only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— The Four 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don't add time — they reduce REWORK time by cutting the number of correction cycles per note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"Revise" step often creates hidden rework later, offsetting any time saved upfront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 isn't retrained by your prompt — prompting shapes its OUTPUT, not its underlying weights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prompting is a documented user-side intervention shown to reduce over-reliance on AI output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better prompt to an ambient scribe changes which of the following?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model's underlying trained weights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output the model produces for that request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hospital's EHR database structure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patient's actual clinical history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Scribing in Practice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2026 systematic study found ambulatory documentation time savings in the 20–30% range once scribes are adopted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Multi-center data shows burnout fell from 51.9% to 38.8% within 30 days — time relief shows up fast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platforms use both proprietary and tuned third-party language models for the summarization step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quality is validated against physician-authored "gold standard" notes using instruments like the PDQI-9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notes currently score close to, but slightly below, physician notes on accuracy and conciseness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comparison of AI-generated vs. physician-authored notes (PDQI-9 framework) found that ambient notes: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Were rated identical to physician notes on every dimension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Scored slightly lower on accuracy/conciseness but higher on thoroughness/organization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Were rejected entirely by reviewers as unusable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Could not be evaluated using any existing quality framework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· UNIT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student's OWN Week 1 baseline against their Week 3 workflow — the real metric is personal, not a population average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caution: "review time is non-zero" — some of the time saved is legitimately reinvested in verification, not banked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training content this week — the checkoff tests whether students can apply Weeks 1–3 skills together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behavior is unchanged; what's being assessed is the HUMAN'S verification habit, not the AI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says the scribe "saved two hours so I trust it completely now." What's the core error in that reasoning?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Two hours is not a believable number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Time saved and output trustworthiness are separate, unrelated axes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Ambient scribes cannot save time under any circumstances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Trust should only be extended to human scribes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AI is optimized mainly for ACCURACY, not clinician time — a meta-analysis of 5 RCTs (n=12,657) found only a modest accuracy gain, with time-to-diagnosis a secondary and less consistent benefit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≠ better here: speed gains only matter if accuracy holds up under real-world (not benchmark) conditions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AI models are typically trained via supervised learning on large labeled datasets (e.g., MIMIC-CXR, CheXpert)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models use self-supervised pretraining on unlabeled images first, then fine-tune on a smaller labeled set — cheaper to build, sometimes more accurate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Board-exam-style benchmarks test pattern recognition on curated questions, not messy real-world case complexity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an AI model perform very well on benchmark exam questions but only modestly on real diagnostic accuracy?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Benchmarks and real cases test identical skills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Real cases are messier, more ambiguous, and multi-step in ways curated exam questions aren't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Real patients don't have measurable diagnoses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Benchmarks are always harder than real cases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 work often ADDS review time upfront (reading the reasoning trace) to SAVE time later (faster, more confident overrides)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deliberate trade: slower per-case review in exchange for fewer downstream errors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 are typically layered onto an already-trained model — they don't require retraining, they add a reasoning/attribution layer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 involves retraining or stress-testing the same model against noisy, messy, or adversarial input variations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CDSS gives a correct-looking recommendation with no visible reasoning trace. Which pillar is violated?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Functionality — the tool doesn't work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Comprehensibility — a human can't see why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Robustness — it fails under stress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None — a correct answer means no pillar is violated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an AI recommendation takes MORE time per case, not less — this is intentional friction that protects safety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"behavioral nudges" is testing ways to reduce false-agreement WITHOUT adding excessive time per case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 isn't a training defect in the AI — it's a documented human cognitive pattern (seen in aviation and other automated fields, not just medicine)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210-participant study found diagnostic training and experience reduced false agreement with wrong AI output; perceiving the system as more beneficial increased it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210-participant automation-bias study, which factor was associated with a HIGHER rate of false agreement with wrong AI recommendations?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Certified diagnostic training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Higher perceived benefit of the AI system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More years of clinical experience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Female gender (associated with lower false agreement in this study)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· UNIT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time-saving mechanism this week — the checkoff measures whether override behavior holds up WITHOUT peer support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slower, correct override is graded as a pass; a fast, wrong agreement is graded as a fail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models as Week 7 — nothing about the AI changes; what's tested is the trained HUMAN skill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independent checkoff, a student quickly agrees with an AI recommendation that is actually wrong. What does this most likely indicate?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AI model needs to be retrained immediately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student has not yet internalized the override skill under unsupervised conditions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checkoff case was invalid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Fast answers are always correct answers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problem-list extraction can cut manual charting time for nurses by auto-drafting standard-model fields (e.g., NANDA-I)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is only real if the bedside-verification step (this week's core skill) isn't skipped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Care-planning NLP models are trained similarly to scribe LLMs: broad pretraining, then fine-tuned on clinical-note corpora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are trained to MAP extracted problems to a standardized taxonomy (like NANDA-I), not to independently diagnose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uses an AI-drafted care plan. What must happen before finalizing it?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Auto-publish it to the EHR immediately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Verify and modify it against the patient's actual bedside presentation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Skip review since NLP extraction is deterministic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Wait for vendor approval before any use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Local/on-premises AI deployment does NOT save clinical time directly — it's a compliance requirement, not an efficiency feature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save institutional TIME AND RISK later by avoiding regulatory investigations or forced vendor changes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is about WHERE INFERENCE happens, not how the model was originally trained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(e.g., Mistral, Llama variants) are trained by their vendor, then downloaded and self-hosted by the hospital — the hospital is not retraining the model, only running it locally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hosting reduces cross-border transfer risk but does not by itself guarantee GDPR compliance — lawful processing and documentation are still required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German hospital chooses to self-host an open-weight model on local servers instead of using a US cloud API. What is this primarily protecting against?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Slower model inference speed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Cross-border transfer of identifiable patient data outside EU jurisdiction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Higher electricity costs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model becoming less accurate over time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 ADDS time to a research workflow — it is deliberate overhead, not a shortcut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proper anonymization to "save time" is exactly the failure mode this week is designed to prevent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step is data PROCESSING, not model training — no AI model is being trained or retrained in this exercise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DiGA pathway is a regulatory/reimbursement framework, not a technical training standard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anonymization from pseudonymization?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Anonymization is reversible with a key; pseudonymization is not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Anonymization is irreversible; pseudonymization is reversible with a key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They are functionally identical processes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Pseudonymization removes all identifying information permanently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· UNIT 12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checkoff intentionally does NOT reward speed — a fast but incompletely anonymized extract should fail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on documented process time, not total elapsed time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AI training content — integrates Weeks 9–11's data-handling skills on top of already-trained tools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produces an anonymized extract quickly but a classmate can still re-identify a record from it. What is the correct grading outcome?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Pass — speed is what matters most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Fail — re-identifiability means the anonymization step was incomplete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Pass, since re-identification by a classmate doesn't count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Ungradable — anonymization can't be tested this way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review does not save clinical time — it protects the clinician's TIME AND STANDING later, if an adverse event is scrutinized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documentation habits from Chapters 1–3 directly shorten liability review time after the fact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AI-training topic — this week concerns legal/regulatory frameworks around already-deployed tools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models from earlier chapters are referenced here only as case-study subjects, not retrained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clinician follows a wrong AI recommendation, who typically bears primary responsibility under the frameworks discussed in this course?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AI vendor exclusively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treating clinician, who retains the duty of independent judgment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No one — AI decisions are considered autonomous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hospital's IT department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classification work adds administrative time now to avoid regulatory delay/penalties later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"Digital Omnibus" deferral (standalone systems now due Dec 2027) bought institutions extra preparation time — but did not remove the obligation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 is a REGULATORY classification of a tool's use case — it doesn't describe how the model was trained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 can be low-risk in one use case and high-risk in another, depending on what decision it's influencing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the paradigm "high-risk" category under the EU AI Act?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Hospital Wi-Fi infrastructure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diagnostic CDSS influencing treatment decisions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Any software used in a hospital building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All AI is classified identically regardless of use case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adds roughly 1–2 minutes to a visit — a small, deliberate time cost in exchange for legal and trust protection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Scripted, practiced disclosure is FASTER than an improvised one under real pressure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model-training topic — this is a communication-skill and policy-disclosure practice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"trained" here is the CLINICIAN's scripted response, via roleplay repetition, not the AI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asks whether AI was used in their diagnosis. What is the appropriate response?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Deny AI involvement to avoid patient anxiety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Disclose plainly, explain the clinician's verification role, and invite questions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Refuse to answer, citing proprietary technology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Redirect the question to the software vendor only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· UNIT 16-17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where time-savings claims get tested honestly — a shift combining all four skills reveals whether earlier "time saved" was real or just deferred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timing data (Week 16) sets the pace target for the graded Week 17 checkoff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training content — this is the first full-integration test of every previously covered tool and skill together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capstone dry run, the AI imaging tool disagrees with the student's own read. What best demonstrates readiness?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Automatically deferring to the AI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Independently re-examining the image and documenting the final decision with justification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Ordering a repeat scan to avoid deciding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Accepting whichever answer was reached first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Station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good station takes MORE time than taking one — that extra time is the point: it builds deeper understanding of the failure mode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AI-training week — students design test cases; no models are trained or retrained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integration station should ideally include: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Exactly one obvious trap and no ambiguity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More than one plausible "trap" spanning multiple competency areas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No grading rubric, to keep it flexible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Only content from a single prior chapter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stations enforce realistic time pressure — this is intentional and part of what's being assessed, not a flaw in the exercise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week — no new AI training; tools are the same ones covered throughout the term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timed OSCE station, correct HITL checkpoint order should be: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Sign the note first, verify later if time allows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Verify transcription → question the AI score → override if needed → confirm compliance → document reasoning/consent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Skip verification under time pressure to finish faster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Order is irrelevant as long as the final note is signed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20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2 + Remediation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is intentionally NOT time-boxed the same way as the graded OSCE — readiness, not the clock, determines advancement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training content — remediation targets the specific gap identified in Round 1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best distinguishes automation bias from an explainability failure?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Automation bias is a system failure; explainability failure is a human failure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Automation bias is a human failure to scrutinize; explainability failure is a system failure to justify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They are the same phenomenon with different names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Neither applies to diagnostic AI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21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Wrap-Up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Open-forum format is deliberately unstructured — the time investment here is in surfacing hidden gaps before the Capstone, not in covering new material efficiently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AI content — this is a readiness sign-off checkpoint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not yet ready to advance to the Capstone at the Week 21 sign-off. What is the appropriate response?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Advance them anyway to keep the cohort together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Provide a short, specific remediation plan before Month 6 begins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Remove them from the course permanently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Ignore the gap since Consolidation is ungraded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22-23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Shifts 1 &amp; 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Full-shift timing is graded for CONSISTENCY across two shifts, not for raw speed on either one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is fast on Shift 1 but sloppy on Shift 2 should not pass on the strength of Shift 1 alone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training content — this is the full integration test of every tool and skill covered across the term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performs excellently on Capstone Shift 1 but misses several checkpoints on Shift 2. What does the grading standard require?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Pass based on the better of the two shifts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Evaluate for consistency across both shifts, not just the best performance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Automatically fail without review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Average the two scores regardless of the pattern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/ Retake Window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targets ONLY the specific named gap from the capstone debrief — this narrow scope saves time compared to a full re-teach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training content — targeted practice only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scope for a Week 24 remediation session?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full re-teach of the entire course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specific, named gap identified during the capstone debrief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Only topics the student personally requests, regardless of the actual gap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 remediation is offered at this stage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· UNIT 25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Course Close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523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Time Is Saved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4892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represents 25 weeks of cumulative skill-building — no single week's "time saved" number captures its value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carry forward faster, safer AI-assisted workflows precisely because verification habits are now automatic, not effortful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298448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52339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Was Trained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920240"/>
            <a:ext cx="5120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closes with the same principle it opened with: HITL — humans remain the verification layer, no matter how the underlying models were trained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398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142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principle connects every chapter of this course, from Week 1 to Week 25?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481888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" y="48188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AI tools should never be used in clinical practice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77240" y="518464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D6EAE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Human-in-the-Loop: the human retains active verification and judgment at every step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7240" y="555040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60120" y="555040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Faster AI tools are always safer AI tools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916168"/>
            <a:ext cx="10607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60120" y="5916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Regulatory compliance is unrelated to clinical safety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Time, Training &amp; Practice Supplement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Units. 25 Time Notes. 25 Practice Questions.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alongside the main Teaching &amp; Instructional Material deck.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2026-09-09T20:02:16Z</dcterms:created>
  <dcterms:modified xsi:type="dcterms:W3CDTF">2026-09-09T20:02:16Z</dcterms:modified>
</cp:coreProperties>
</file>