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21295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· LAB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Pilot Capstone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22–25  •  Feb 25 – Mar 24, 2027  •  Virtual Clinical Sandbox (Lab) Activities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22-23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Shifts 1 &amp; 2  ·  Weeks 22–23 · Feb 25–Mar 10,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simulated shift: intake (AI scribing) → diagnosis (AI imaging validation) → treatment planning, graded against the Confidence Factor checklist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graded shift with a different case mix; one-on-one debrief with faculty comparing both shifts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 to explain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22-23 — LAB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24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/ Retake Window  ·  Week 24 · Mar 11–17,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unscheduled sandbox access for targeted 1:1 practice on the named gap only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24 — LAB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25 · LAB (3 HRS)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Clinical Sandbox Activity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Course Close  ·  Week 25 · Mar 18–24, 2027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783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graded checkoff (per institutional exam policy)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evaluation, then AI Competency Certificate ceremony (NIH/AAMC + German/EU dual-compliant)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51592" y="13716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451592" y="13716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 to explain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Ch.6 Unit 25 — LAB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6 Lab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Virtual Clinical Sandbox activities use synthetic or de-identified data only.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