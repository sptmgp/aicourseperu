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011680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GAP-FILL UNIT — COURSE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14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Risk-Prediction Models in Clinical Practice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Riesgos — Completing "IA en la Práctica Clínica y Seguridad del Paciente"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 of Clinical Risk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99705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20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Sepsis Prediction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423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scores flagging patients likely to develop sepsis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50" y="199705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1920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 Risk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423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unplanned readmission models (e.g., LACE, LACE+)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410017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023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 &amp; Deterioration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45262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In-hospital mortality and clinical deterioration early-warning scores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023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050" y="4100170"/>
            <a:ext cx="486461" cy="48646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4023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vs. Diagnosis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0" y="45262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FUTURE probability, not classifying a CURRENT state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Risk-Prediction Model Different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 Future Probability, Not a Current State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model (Chapter 2 of the main course) answers 'what is happening right now?' A risk-prediction model answers 'what is the probability something will happen in the next N hours/days?' — this time dimension changes how the model must be trained, validated, and monitored.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chest X-ray AI (diagnostic) reads today's image. A sepsis risk model (predictive) uses today's vitals and labs to estimate the probability a patient will meet sepsis criteria in the next 4–6 hours — it is scored continuously, not once per image.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 vs. Calibration — The Critical Distinction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Can Rank Well but Still Lie About Probability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(discrimination) only tells you whether the model ranks higher-risk patients above lower-risk ones. It says NOTHING about whether a stated '30% risk' actually happens 30% of the time — that second property is calibration, and a model can have good discrimination with terrible calibration.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validation of an EHR-embedded readmission model found reasonable discrimination (AUC ≈ 0.69) but failed the Hosmer-Lemeshow calibration test (p&lt;0.001) — meaning its risk percentages were systematically wrong even though it still ranked patients in roughly the right order.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Epic Sepsis Model: A Real External-Validation Failure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Internally Reported AUC 0.76–0.83 → Externally Validated AUC 0.63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most important cautionary case for this entire unit: a proprietary sepsis risk model, deployed at hundreds of hospitals, performed dramatically worse once independently tested outside the vendor's own validation set — exactly the HITL/verification failure mode this course has taught since Week 1, now applied to a predictive (not diagnostic) tool.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2021 JAMA Internal Medicine study (38,455 hospitalizations, University of Michigan) found the Epic Sepsis Model's real-world AUC was 0.63 (sensitivity 33%, PPV 12%) — far below the vendor-reported 0.76–0.83. A separate 2024 study across two county EDs found sensitivity as low as 14.7% at the recommended alert threshold.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Deep-Dive: Calibration &amp; the Brier Score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Brier Score = (1/N) Σ (pᵢ − oᵢ)²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pᵢ = the model's predicted probability for patient i.  oᵢ = the actual outcome (1 if the event happened, 0 if not). Lower Brier score = better-calibrated probabilities. Unlike AUC, the Brier score directly penalizes a model for stating '80% risk' when the true rate is closer to 40%.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 model predicts 0.9 probability of readmission for a patient who is NOT readmitted (o=0). That single prediction contributes (0.9−0)² = 0.81 to the Brier score — a large penalty for a confidently wrong probability, even if the model's overall ranking (discrimination) still looks reasonable.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min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Deployed Risk-Prediction Systems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What the Evidence Shows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Systems — Epic Sepsis Model (ESM), deployed at hundreds of US hospitals; externally validated AUC 0.63, well below vendor-reported figures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EPIC's Risk of Unplanned Readmission model, LACE+ index, SQLape — compared head-to-head in a Swiss validation study; all three showed AUCs in the 0.69–0.71 range with significant calibration problems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NEWS2 (National Early Warning Score 2) — widely used UK deterioration score, increasingly paired with ML-enhanced versions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Organ Failure Assessment (SOFA) — the clinical reference standard sepsis criteria against which AI models like the ESM are validated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hospital's proprietary sepsis risk model reports internal validation AUC of 0.80. After independent external validation at a different hospital, the AUC drops to 0.63 and sensitivity is only 33%. What is the most important lesson for clinicians using this tool?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15468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model should be trusted since it was validated internally by the vendor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72160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7216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Internally reported performance does not guarantee real-world performance — independent external validation is essential before relying on a risk score for alerting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28853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28853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An AUC of 0.63 is equivalent to an AUC of 0.80 for clinical purposes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85546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85546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Sensitivity is irrelevant if the AUC is above 0.60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Epic Sepsis Model case is not an argument against using risk-prediction tools — it is the strongest possible argument for demanding independent external validation data before trusting one, and for continuing to apply clinical judgment even when the alert is silent (recall: at the recommended threshold, one validation found the model missed roughly 85% of true sepsis cases). A clinician who asks 'was this validated at a hospital like mine, and was calibration reported, not just AUC?' is applying exactly the same HITL instinct trained since Week 1 — just aimed at a probability score instead of a single diagnostic read.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INTEGRATION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Closes the Course 5 Gap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10332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unit was built specifically to close the one confirmed gap in "IA en la Práctica Clínica y Seguridad del Paciente": Predicción de riesgos, previously covered only indirectly through diagnostic-AI content.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placement: insert as an additional session within Course 5, alongside or immediately after the automation-bias/CDSS content (equivalent to main-course Chapter 2, Units 5–8).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unit added, Course 5's official topic list (documentación, apoyo a decisiones, imágenes médicas, predicción de riesgos, sesgo de automatización, planes de atención, supervisión humana) is now fully covered by your combined materials.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matching Virtual Clinical Sandbox lab activity (e.g., calculating Brier scores and calibration curves on a synthetic risk-model dataset) would need to be built separately if this becomes a required session rather than a lecture add-on.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min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5 Gap: Closed.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riesgos now has dedicated theory, math, a real case study, and assessment.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Risk-Prediction Models in Clinical Practice — Gap-Fill Unit (Course 5)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2026-09-15T16:17:44Z</dcterms:created>
  <dcterms:modified xsi:type="dcterms:W3CDTF">2026-09-15T16:17:44Z</dcterms:modified>
</cp:coreProperties>
</file>