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Care Pathways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9–12  •  Nov 26 – Dec 23, 2026  •  Deep-Dive Deck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UNIT 9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Care Planning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Nov 26–Dec 2,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3F6C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 AI-drafted nursing care plan before finalizing 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627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60m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67200" y="3749040"/>
            <a:ext cx="21158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6720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8302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302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405620" y="3749040"/>
            <a:ext cx="21158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0562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Care Planning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Entity Recognition (NER)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is how an AI turns free text into a structured problem list — but it can miss or mislabel entities just like a person skimming a note.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"patient reports occasional dizziness on standing," NER should tag both "dizziness" and "orthostatic" — missing "orthostatic" would understate the care plan.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Care Planning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 = 2(P×R)/(P+R)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balances precision and recall — a model can have great precision but still miss most real entities (low recall), and F1 catches that.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extracts only 2 of 10 real problems but gets both right has perfect precision (100%) yet terrible recall (20%) — F1 reveals the true picture.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Snow Labs Healthcare NLP, Epic's embedded NLP tools — used for problem-list extraction in production EHRs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AI-drafted care plan from a Synthea synthetic patient record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bedside reassessment; revise the plan against what the "patient" reports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both the original AI draft and the revised plan for comparison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uses an AI tool to draft a care plan combining NLP-extracted problems with a standardized nursing care model. Before finalizing, what step is mandated by HITL principles?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Auto-publish the plan to the EHR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Clinician review and modification of AI-suggested nursing diagnoses against the actual patient presentation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Skip review since NLP extraction is deterministic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Have the AI vendor approve the plan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that NER extraction is scored by F1 (not accuracy alone) helps a nurse anticipate WHERE errors cluster — usually missed entities (low recall) rather than wrong labels (low precision) — and target chart review accordingly.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entity the AI's NER step missed in your care-plan draft this week — was it a recall problem or a precision problem?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6C5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10 — GDPR &amp; Data Sovereignty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UNIT 10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Data Sovereignty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Dec 3–9,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3F6C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cross-border cloud AI use is restricted and why on-premises deployment is preferred.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64940" y="3749040"/>
            <a:ext cx="27203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64940" y="3749040"/>
            <a:ext cx="2720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8528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8528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Data Sovereignty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Privacy Budget (ε)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quantifies exactly how much privacy protection you're getting — "anonymized" alone is a vague claim, ε is a number you can audit.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using ε=1 for a research dataset offers much stronger privacy guarantees than one using ε=10, at some cost to statistical precision.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Data Sovereignty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the vendor's "but we need your data to improve the model" objection — the model can learn across sites without the data ever leaving them.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EU hospitals jointly improve a diagnostic model without ever pooling patient records in one place — each site keeps its data local.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 Alpha (Germany), Mistral AI (France) — sovereign, EU-jurisdiction model vendors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+ OpenAI: Delos Cloud partnership for a Germany-hosted, public-sector-compliant offering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the data flow of every VCS tool used this term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every point where data would leave institutional control in a real hospital deployment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Small-group presentations of data-flow maps to the full class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German hospital wants to use a US-based cloud LLM API to generate nursing care plans from EHR notes. Legal counsel blocks this. What is the most likely GDPR-driven reason?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cloud vendor's language model is outdated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Cross-border transfer of identifiable patient data to a non-EU processor without adequate safeguards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hospital lacks sufficient internet bandwidth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US models are technically incapable of German language processing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that federated learning exists as an alternative to full centralization gives clinicians a concrete answer when a vendor claims data 'must' leave the institution to improve the model — often it doesn't have to.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 a hospital administrator, in two sentences, why 'the model runs locally' does not automatically mean 'we are GDPR compliant.'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6C5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11 — Anonymization &amp; Secondary Data Use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UNIT 11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&amp; Secondary Data Use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Dec 10–16,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3F6C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anonymize a dataset for research use.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6494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6494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7850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7850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40m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&amp; Secondary Data 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k-anonymity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you a concrete, testable number instead of a vague promise that data is "de-identified."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rare-disease patient's record is unique even after removing their name (k=1), the record isn't safely anonymized — it needs further generalization.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&amp; Secondary Data 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Re-identification Risk Scoring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Anonymization isn't binary — risk scoring tells you HOW likely a specific record is to be traced back to a real person.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ZIP + age + diagnosis combination can uniquely identify someone in a small town even with the name removed — risk scoring catches this before publication.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(synthetic patient generator), ARX and similar open-source anonymization toolkits used in research pipelines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research-ready dataset from a batch of Synthea records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anonymization step taken — this documentation is the actual graded skill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Peer-review: try to re-identify a record from a classmate's "anonymized" extract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wants to use hospital AI-extracted data for a retrospective study. What must be true of the dataset before external use?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must be raw and fully identifiable for accuracy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must be anonymized/pseudonymized and compliant with GDPR data-minimization principles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only needs verbal consent from the department head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No special handling is required if the AI generated it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k-anonymity as a concrete checkable threshold (not just a vague 'remove names') gives students an actual test they can run on their own extracts before submitting them for research use.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anonymized extract were shown to have k=1 for one rare-disease patient, what would you need to generalize or suppress to fix it?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6C5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12 — Synthesis &amp;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UNIT 12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Dec 17–23,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3F6C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one GDPR-compliant, anonymized care-plan data extract independently.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1158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55900" y="3749040"/>
            <a:ext cx="9067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55900" y="374904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6268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6268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685280" y="3749040"/>
            <a:ext cx="48361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85280" y="3749040"/>
            <a:ext cx="483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80m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Anonymization Process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data-governance review asks to see your STEPS, not just your final file — process is the actual audit trail.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submit identically-anonymized files, but only one can show which fields they generalized and why — that student passes a real compliance review.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John Snow Labs, Aleph Alpha/Mistral, Synthea/ARX vendor and tooling landscape from this chapter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task: produce one anonymized extract from a synthetic care-plan record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against the documentation-of-steps standard from Week 11, not just the final output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scheduled break after this week before Chapter 4 resumes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produces an anonymized extract quickly but a classmate can still re-identify a record from it. What is the correct grading outcome?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Pass — speed is what matters most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Fail — re-identifiability means the anonymization step was incomplete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Pass, since re-identification by a classmate doesn't count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Ungradable — anonymization can't be tested this way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on DOCUMENTED anonymization steps (not just the final file) mirrors exactly what a real institutional data-governance review would ask to see before approving a research request.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your own anonymization documentation step-by-step — which single step, if skipped, would have been most likely to leak identity?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6C5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4 — Ethicolegal Autonomy &amp; the Final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and anonymization: the compliance backbone of clinical AI.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2026-09-10T01:59:55Z</dcterms:created>
  <dcterms:modified xsi:type="dcterms:W3CDTF">2026-09-10T01:59:55Z</dcterms:modified>
</cp:coreProperties>
</file>