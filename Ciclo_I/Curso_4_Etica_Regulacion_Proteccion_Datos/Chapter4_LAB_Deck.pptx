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Ethicolegal Autonomy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Checkoff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13–17  •  Dec 24, 2026 – Jan 27, 2027  •  Virtual Clinical Sandbox (Lab) Activities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13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Mapping  ·  Week 13 · Dec 24–30,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conference: a de-identified adverse-event report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map the liability chain (clinician/vendor/institution) and justify the split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present and compare — expect real disagreement on proportions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14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Risk Tiers  ·  Week 14 · Dec 31, 2026–Jan 6,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Tier-classification exercise using the hospital's/VCS's actual deployed AI tools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in pairs; resolve disagreements against specific Annex criteria, not by vote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— LAB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15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&amp; Transparency  ·  Week 15 · Jan 7–13,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roleplay pairs; one plays a patient asking directly "was AI involved in my diagnosis?"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Peer-grade against a rubric: plain disclosure, explained verification role, invited questions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pairs so everyone both delivers and receives the disclosure at least once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16-17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Prep &amp; Final Checkoff  ·  Weeks 16–17 · Jan 14–27,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16: one full ungraded dry-run simulated shift, with real-time instructor feedback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17: graded checkoff — one disclosure conversation + one risk-tier classification (new tool, tests transfer)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either half → repeat only that half before advancing to Consolidation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4 Lab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Virtual Clinical Sandbox activities use synthetic or de-identified data only.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