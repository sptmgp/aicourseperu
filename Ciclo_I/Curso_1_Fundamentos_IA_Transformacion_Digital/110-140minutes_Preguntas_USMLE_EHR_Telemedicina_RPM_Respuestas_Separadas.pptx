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20 PREGUNTAS DIFÍCILES ESTILO USMLE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EHR/HCE • Telemedicina • RPM • Integración | Pregunta y respuesta en diapositivas separadas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20Q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D1F38"/>
                </a:solidFill>
                <a:latin typeface="Aptos"/>
              </a:rPr>
              <a:t>40 diapositivas de evaluación + 1 portada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383280" cy="146304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3347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5EA8"/>
                </a:solidFill>
                <a:latin typeface="Aptos"/>
              </a:rPr>
              <a:t>7 preguntas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53512"/>
            <a:ext cx="3072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52F39"/>
                </a:solidFill>
                <a:latin typeface="Aptos"/>
              </a:rPr>
              <a:t>EHR / HCE</a:t>
            </a:r>
            <a:br/>
            <a:r>
              <a:t>interoperabilidad • IA • silos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514600"/>
            <a:ext cx="3383280" cy="146304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63347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9499"/>
                </a:solidFill>
                <a:latin typeface="Aptos"/>
              </a:rPr>
              <a:t>6 preguntas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953512"/>
            <a:ext cx="3072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52F39"/>
                </a:solidFill>
                <a:latin typeface="Aptos"/>
              </a:rPr>
              <a:t>Telemedicina</a:t>
            </a:r>
            <a:br/>
            <a:r>
              <a:t>workflow • seguridad • selección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514600"/>
            <a:ext cx="3383280" cy="146304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263347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8432"/>
                </a:solidFill>
                <a:latin typeface="Aptos"/>
              </a:rPr>
              <a:t>7 preguntas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953512"/>
            <a:ext cx="3072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52F39"/>
                </a:solidFill>
                <a:latin typeface="Aptos"/>
              </a:rPr>
              <a:t>RPM + integración</a:t>
            </a:r>
            <a:br/>
            <a:r>
              <a:t>alertas • CGM •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Formato: caso clínico → 5 opciones → diapositiva siguiente con respuesta + razonamiento.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0881360" cy="868680"/>
          </a:xfrm>
          <a:prstGeom prst="round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Basado en el bloque docente y el informe Telehealth Trends 2026 aportado por el usuario. Preguntas creadas con estilo de razonamiento clínico tipo USMLE.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hombre de 71 años con insuficiencia cardiaca llega inconsciente a un hospital donde nunca ha sido atendido. Su familia desconoce sus medicamentos. El hospital participa en una red de intercambio clínico interoperable. ¿Qué función digital es MÁS importante antes de prescribir?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Iniciar una videoconsulta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Recuperar alergias, medicación y resultados previos mediante intercambio EHR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Activar un wearable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Crear un nuevo expediente sin buscar datos externos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Usar IA para inferir la medicación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Recuperar alergias, medicación y resultados previos mediante intercambio EHR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El riesgo inmediato es decidir sin contexto. La interoperabilidad EHR/HCE permite recuperar información longitudinal de otras organizaciones; no debe inferirse información clínica ausente.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5EA8"/>
                </a:solidFill>
                <a:latin typeface="Aptos"/>
              </a:rPr>
              <a:t>PRINCIPIO: el dato clínico debe ser longitudinal, interoperable, verificable y disponible en el punto de decisión.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2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Una paciente tiene datos de laboratorio duplicados en tres hospitales y dos identificadores diferentes por variaciones de su apellido. ¿Qué problema debe resolverse primero para construir una historia longitudinal fiable?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Compresión de imágenes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Patient matching / resolución de identidad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Aumentar videollamadas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Cambiar a RPM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Añadir un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2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Patient matching / resolución de identidad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Sin vincular correctamente la identidad, integrar datos puede mezclar pacientes o dejar información fragmentada. La interoperabilidad requiere identificación y reconciliación seguras.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5EA8"/>
                </a:solidFill>
                <a:latin typeface="Aptos"/>
              </a:rPr>
              <a:t>PRINCIPIO: el dato clínico debe ser longitudinal, interoperable, verificable y disponible en el punto de decisión.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3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médico puede abrir resultados externos, pero necesita entrar en cuatro portales distintos y copiar manualmente la información al EHR. ¿Cuál es la mejora de mayor valor operacional?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Más almacenamiento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Integrar los datos externos dentro del workflow del EHR mediante estándares/API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Enviar PDFs por correo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Eliminar el EHR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Usar únicamente telemedicina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3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Integrar los datos externos dentro del workflow del EHR mediante estándares/API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La interoperabilidad útil no es solo disponibilidad: el dato debe aparecer dentro del flujo donde se toma la decisión, reduciendo cambio de contexto y duplicación.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5EA8"/>
                </a:solidFill>
                <a:latin typeface="Aptos"/>
              </a:rPr>
              <a:t>PRINCIPIO: el dato clínico debe ser longitudinal, interoperable, verificable y disponible en el punto de decisión.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4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hospital implementa un resumen generado por IA que omite una alergia documentada. ¿Qué diseño reduce mejor el riesgo?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Permitir que el resumen sustituya el expediente fuente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Mostrar trazabilidad al dato fuente y mantener revisión clínica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Eliminar auditoría para acelerar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Usar únicamente datos de wearables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Ocultar incertidumbre al usuario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4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Mostrar trazabilidad al dato fuente y mantener revisión clínica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La IA puede reducir sobrecarga, pero debe permanecer vinculada a datos verificables, con supervisión, trazabilidad y acceso al registro original.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5EA8"/>
                </a:solidFill>
                <a:latin typeface="Aptos"/>
              </a:rPr>
              <a:t>PRINCIPIO: el dato clínico debe ser longitudinal, interoperable, verificable y disponible en el punto de decisión.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5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Dos hospitales usan EHR diferentes. Quieren intercambiar observaciones, medicamentos y citas mediante recursos estructurados accesibles por aplicaciones. ¿Qué enfoque es el más apropiado?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FHIR/API interoperable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JPEG por mensajería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Videoconferencia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Bluetooth sin modelo de datos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Hoja de cálculo aislada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5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FHIR/API interoperable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FHIR proporciona recursos y APIs para intercambio estructurado. No resuelve por sí solo toda la interoperabilidad semántica, pero es una base moderna clave.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5EA8"/>
                </a:solidFill>
                <a:latin typeface="Aptos"/>
              </a:rPr>
              <a:t>PRINCIPIO: el dato clínico debe ser longitudinal, interoperable, verificable y disponible en el punto de decisión.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6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hospital compra un nuevo EHR, pero cada departamento mantiene bases locales no sincronizadas. Se observan órdenes duplicadas y resultados ausentes. ¿Cuál es el diagnóstico digital más probable?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Exceso de telemedicina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Persistencia de silos de 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Falla del oxímetro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Sobreuso de CGM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Latencia de videollamada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6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Persistencia de silos de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Digitalizar sin integrar conserva el problema estructural: múltiples fuentes no coordinadas generan duplicación, inconsistencia y pérdida de continuidad.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5EA8"/>
                </a:solidFill>
                <a:latin typeface="Aptos"/>
              </a:rPr>
              <a:t>PRINCIPIO: el dato clínico debe ser longitudinal, interoperable, verificable y disponible en el punto de decisión.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7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23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Una red quiere medir si su proyecto de interoperabilidad realmente mejoró la atención. ¿Cuál indicador refleja mejor el objetivo técnico-clínico?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Número de colores del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Proporción de información externa relevante disponible en el punto de atención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Número de monitores comprados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Duración de videollamadas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5EA8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Cantidad de contraseñas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7 — EHR/HCE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Proporción de información externa relevante disponible en el punto de atención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El objetivo no es intercambiar por intercambiar, sino hacer disponible información relevante cuando el clínico la necesita.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5EA8"/>
                </a:solidFill>
                <a:latin typeface="Aptos"/>
              </a:rPr>
              <a:t>PRINCIPIO: el dato clínico debe ser longitudinal, interoperable, verificable y disponible en el punto de decisión.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8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Una mujer de 29 años envía fotografías de una dermatitis estable y responde un cuestionario. El dermatólogo revisa el caso cuatro horas después. ¿Qué modalidad describe mejor el encuentro?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RPM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Telemedicina asincrónica / store-and-forward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EHR únicamente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Hospital-at-home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Monitorización invasiva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8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Telemedicina asincrónica / store-and-forward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Paciente y clínico no necesitan coincidir en tiempo. La información se almacena y se revisa posteriormente.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9499"/>
                </a:solidFill>
                <a:latin typeface="Aptos"/>
              </a:rPr>
              <a:t>PRINCIPIO: la atención virtual funciona cuando el caso es clínicamente apropiado y está integrada al workflow, no como un silo.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9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paciente con dolor abdominal intenso, hipotensión y rigidez abdominal solicita una videoconsulta. ¿Cuál es la principal limitación de telemedicina en este caso?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No puede almacenar 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La necesidad de examen físico/intervención presencial urgente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No admite comunicación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No puede documentarse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Siempre es ilegal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9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La necesidad de examen físico/intervención presencial urgente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La selección depende del ajuste clínico. Una condición potencialmente inestable y dependiente de examen/procedimiento requiere atención presencial urgente.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9499"/>
                </a:solidFill>
                <a:latin typeface="Aptos"/>
              </a:rPr>
              <a:t>PRINCIPIO: la atención virtual funciona cuando el caso es clínicamente apropiado y está integrada al workflow, no como un silo.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10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Una red tiene excelentes videollamadas, pero los clínicos deben documentar nuevamente todo en otro sistema y no pueden ver datos de RPM. ¿Cuál es el problema industrial dominante?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Resolución de cámara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Fragmentación del flujo clínico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Falta de CGM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Exceso de FHIR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Demasiados laboratorios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10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Fragmentación del flujo clínico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Una plataforma virtual aislada crea otro silo. La tendencia industrial es integrar visita, mensajería, EHR y monitorización.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9499"/>
                </a:solidFill>
                <a:latin typeface="Aptos"/>
              </a:rPr>
              <a:t>PRINCIPIO: la atención virtual funciona cuando el caso es clínicamente apropiado y está integrada al workflow, no como un silo.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11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sistema desea decidir qué consultas migrar a virtual. ¿Cuál servicio tiene mejor ajuste inicial?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Trauma con hemorragia activa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Seguimiento estable de salud mental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Cirugía urgente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Reducción de fractura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Abdomen agudo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11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Seguimiento estable de salud mental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La atención basada en conversación y seguimiento se adapta mejor a virtual; los procedimientos y cuadros que requieren examen físico directo,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9499"/>
                </a:solidFill>
                <a:latin typeface="Aptos"/>
              </a:rPr>
              <a:t>PRINCIPIO: la atención virtual funciona cuando el caso es clínicamente apropiado y está integrada al workflow, no como un silo.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12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Durante una videoconsulta, un modelo de IA genera automáticamente la nota. ¿Cuál es la implementación más segura?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Firmar automáticamente sin revisión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Permitir revisión/corrección del clínico y registrar auditoría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Borrar el audio y el EHR inmediatamente sin política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Permitir acceso público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Usar el modelo como diagnóstico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12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Permitir revisión/corrección del clínico y registrar auditoría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La documentación ambiental puede ahorrar tiempo, pero requiere revisión profesional, control de acceso, auditoría y gobernanza.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9499"/>
                </a:solidFill>
                <a:latin typeface="Aptos"/>
              </a:rPr>
              <a:t>PRINCIPIO: la atención virtual funciona cuando el caso es clínicamente apropiado y está integrada al workflow, no como un silo.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13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16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Una plataforma virtual funciona bien técnicamente, pero no puede intercambiar información con el EHR del hospital. ¿Cuál inversión tiene mayor prioridad para evitar un silo?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Más filtros de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Interoperabilidad FHIR/HL7 y workflow EHR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Avatares 3D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Más resolución de cámara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9499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Publicidad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13 — TELEMEDICINA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Interoperabilidad FHIR/HL7 y workflow EHR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La integración temprana con EHR y estándares de intercambio es un requisito operacional clave de plataformas virtuales maduras.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9499"/>
                </a:solidFill>
                <a:latin typeface="Aptos"/>
              </a:rPr>
              <a:t>PRINCIPIO: la atención virtual funciona cuando el caso es clínicamente apropiado y está integrada al workflow, no como un silo.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14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paciente con insuficiencia cardiaca transmite peso, PA y SpO₂ diariamente. Recibe 80 alertas al día por artefactos y pequeñas variaciones. ¿Cuál es el problema de ingeniería principal?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Falta de 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Fatiga de alertas y baja especificidad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Ausencia de EHR en todos los casos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Exceso de videollamadas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Falta de imágenes radiológicas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14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Fatiga de alertas y baja especificidad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RPM puede producir un 'firehose' de datos. Filtrar artefactos, incorporar duración/severidad y priorizar señales es esencial para evitar sobrecarga.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8432"/>
                </a:solidFill>
                <a:latin typeface="Aptos"/>
              </a:rPr>
              <a:t>PRINCIPIO: RPM no es “más datos”; es señal útil, filtrada y conectada a un proceso de revisión y escalamiento.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15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sistema de RPM elimina 90% de alertas para reducir carga. ¿Qué métrica NO debe sacrificarse al optimizar el filtro?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Sensibilidad para eventos clínicamente importantes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Número de colores del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Tamaño del logotipo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Resolución de cámara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Número de menús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15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Sensibilidad para eventos clínicamente importantes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Reducir falsas alarmas es útil solo si no se pierden deterioros relevantes. Deben evaluarse sensibilidad, especificidad, PPV y seguridad clínica.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8432"/>
                </a:solidFill>
                <a:latin typeface="Aptos"/>
              </a:rPr>
              <a:t>PRINCIPIO: RPM no es “más datos”; es señal útil, filtrada y conectada a un proceso de revisión y escalamiento.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16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CGM registra glucosa cada pocos minutos, pero el endocrinólogo debe abrir una aplicación separada para verla. ¿Qué cambio ofrece mayor valor de workflow?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Duplicar los datos manualmente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Integrar datos CGM estructurados en el EHR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Imprimir cada lectura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Convertirlos a video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Eliminar tendencias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16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Integrar datos CGM estructurados en el EHR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La integración directa reduce fragmentación y permite interpretar el dato remoto junto con medicación, diagnósticos y resultados previos.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8432"/>
                </a:solidFill>
                <a:latin typeface="Aptos"/>
              </a:rPr>
              <a:t>PRINCIPIO: RPM no es “más datos”; es señal útil, filtrada y conectada a un proceso de revisión y escalamiento.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17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 algoritmo compara a todos los pacientes con el mismo umbral de frecuencia cardiaca y produce muchas falsas alertas. ¿Qué enfoque puede mejorar la relevancia?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Baseline personalizado y detección de desviación individual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Ignorar historia del paciente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Aumentar todas las alarmas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Eliminar tendencias temporales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Usar un umbral aleatorio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17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Baseline personalizado y detección de desviación individual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La desviación respecto al patrón individual puede ser más informativa que un único umbral poblacional, aunque requiere validación clínica.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8432"/>
                </a:solidFill>
                <a:latin typeface="Aptos"/>
              </a:rPr>
              <a:t>PRINCIPIO: RPM no es “más datos”; es señal útil, filtrada y conectada a un proceso de revisión y escalamiento.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18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EB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Una plataforma recibe SpO₂ anormal durante 2 segundos mientras el paciente mueve el brazo, pero luego vuelve a normalidad. ¿Cuál estrategia es más razonable antes de escalar?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Declarar emergencia automáticamente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Aplicar control de calidad, persistencia/duración y contexto antes de alertar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Borrar al paciente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Llamar siempre a ambulancia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432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Ignorar todas las futuras lecturas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18 —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Aplicar control de calidad, persistencia/duración y contexto antes de alertar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Artefacto, duración y contexto importan. Los filtros deben disminuir ruido sin ocultar deterioro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8432"/>
                </a:solidFill>
                <a:latin typeface="Aptos"/>
              </a:rPr>
              <a:t>PRINCIPIO: RPM no es “más datos”; es señal útil, filtrada y conectada a un proceso de revisión y escalamiento.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19 —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694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Una paciente con diabetes e insuficiencia cardiaca presenta aumento de peso detectado en casa. El equipo consulta medicación y función renal previa, realiza videoconsulta y ajusta el plan. ¿Cuál secuencia representa mejor el circuito digital?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Telemedicina → EHR → sensor → publicidad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RPM → EHR/HCE → revisión/telemedicina → decisión → documentación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EHR → eliminar RPM → llamada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RPM → IA → decisión automática sin clínico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Video → wearable → ningún registro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19 —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RPM → EHR/HCE → revisión/telemedicina → decisión → documentación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El valor está en cerrar el ciclo: detectar, contextualizar, contactar/interpretar, actuar y documentar para continuar el seguimiento.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94D96"/>
                </a:solidFill>
                <a:latin typeface="Aptos"/>
              </a:rPr>
              <a:t>PRINCIPIO: el valor aparece al cerrar el circuito SENSE → INTEGRATE → UNDERSTAND → ACT → DOCUMENT.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PREGUNTA 20 —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Seleccione la MEJOR respuesta. No avance hasta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694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0">
                <a:solidFill>
                  <a:srgbClr val="252F39"/>
                </a:solidFill>
                <a:latin typeface="Aptos"/>
              </a:rPr>
              <a:t>10 000 pacientes generan datos remotos. Un modelo prioriza 120 para revisión y 12 terminan requiriendo intervención. ¿Cuál es la pregunta de seguridad MÁS importante antes de desplegarlo a escala?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4086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¿El dashboard tiene animaciones?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9504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6265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¿Cuántos pacientes clínicamente deteriorados fueron clasificados como no prioritarios?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¿Qué color tiene la alerta?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33087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06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¿Cuántos médicos usan webcam 4K?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5276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4D96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28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0">
                <a:solidFill>
                  <a:srgbClr val="252F39"/>
                </a:solidFill>
                <a:latin typeface="Aptos"/>
              </a:rPr>
              <a:t>¿El nombre del modelo es corto?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Pregunta docente estilo USMLE; no corresponde a un ítem oficial de USMLE.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1F38"/>
                </a:solidFill>
                <a:latin typeface="Aptos"/>
              </a:rPr>
              <a:t>RESPUESTA 20 —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5EA8"/>
                </a:solidFill>
                <a:latin typeface="Aptos"/>
              </a:rPr>
              <a:t>Razonamiento y concepto industrial-clínico.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RESPUESTA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1F38"/>
                </a:solidFill>
                <a:latin typeface="Aptos"/>
              </a:rPr>
              <a:t>¿Cuántos pacientes clínicamente deteriorados fueron clasificados como no prioritarios?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164"/>
                </a:solidFill>
                <a:latin typeface="Aptos"/>
              </a:rPr>
              <a:t>POR 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1038758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252F39"/>
                </a:solidFill>
                <a:latin typeface="Aptos"/>
              </a:rPr>
              <a:t>En triage, los falsos negativos pueden ser críticos. La evaluación debe incluir eventos perdidos, sensibilidad, calibración, subgrupos y workflow de escalamiento.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94D96"/>
                </a:solidFill>
                <a:latin typeface="Aptos"/>
              </a:rPr>
              <a:t>PRINCIPIO: el valor aparece al cerrar el circuito SENSE → INTEGRATE → UNDERSTAND → ACT → DOCUMENT.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8"/>
                </a:solidFill>
                <a:latin typeface="Aptos"/>
              </a:rPr>
              <a:t>Respuesta razonada para docencia. En escenarios reales, protocolos, regulación y juicio clínico local siguen siendo necesarios.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