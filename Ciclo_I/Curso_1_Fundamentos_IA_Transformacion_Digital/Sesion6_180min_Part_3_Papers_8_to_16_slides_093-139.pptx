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274" r:id="rId25"/>
    <p:sldId id="382" r:id="rId133"/>
    <p:sldId id="383" r:id="rId134"/>
    <p:sldId id="384" r:id="rId135"/>
    <p:sldId id="385" r:id="rId136"/>
    <p:sldId id="386" r:id="rId137"/>
    <p:sldId id="387" r:id="rId138"/>
    <p:sldId id="275" r:id="rId26"/>
    <p:sldId id="276" r:id="rId27"/>
    <p:sldId id="277" r:id="rId28"/>
    <p:sldId id="388" r:id="rId139"/>
    <p:sldId id="389" r:id="rId140"/>
    <p:sldId id="390" r:id="rId141"/>
    <p:sldId id="391" r:id="rId142"/>
    <p:sldId id="392" r:id="rId143"/>
    <p:sldId id="393" r:id="rId144"/>
    <p:sldId id="278" r:id="rId29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279" r:id="rId30"/>
    <p:sldId id="280" r:id="rId31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281" r:id="rId32"/>
    <p:sldId id="409" r:id="rId160"/>
    <p:sldId id="410" r:id="rId161"/>
    <p:sldId id="411" r:id="rId1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93.xml"/><Relationship Id="rId25" Type="http://schemas.openxmlformats.org/officeDocument/2006/relationships/slide" Target="slides/slide102.xml"/><Relationship Id="rId26" Type="http://schemas.openxmlformats.org/officeDocument/2006/relationships/slide" Target="slides/slide109.xml"/><Relationship Id="rId27" Type="http://schemas.openxmlformats.org/officeDocument/2006/relationships/slide" Target="slides/slide110.xml"/><Relationship Id="rId28" Type="http://schemas.openxmlformats.org/officeDocument/2006/relationships/slide" Target="slides/slide111.xml"/><Relationship Id="rId29" Type="http://schemas.openxmlformats.org/officeDocument/2006/relationships/slide" Target="slides/slide118.xml"/><Relationship Id="rId30" Type="http://schemas.openxmlformats.org/officeDocument/2006/relationships/slide" Target="slides/slide127.xml"/><Relationship Id="rId31" Type="http://schemas.openxmlformats.org/officeDocument/2006/relationships/slide" Target="slides/slide128.xml"/><Relationship Id="rId32" Type="http://schemas.openxmlformats.org/officeDocument/2006/relationships/slide" Target="slides/slide136.xml"/><Relationship Id="rId125" Type="http://schemas.openxmlformats.org/officeDocument/2006/relationships/slide" Target="slides/slide94.xml"/><Relationship Id="rId126" Type="http://schemas.openxmlformats.org/officeDocument/2006/relationships/slide" Target="slides/slide95.xml"/><Relationship Id="rId127" Type="http://schemas.openxmlformats.org/officeDocument/2006/relationships/slide" Target="slides/slide96.xml"/><Relationship Id="rId128" Type="http://schemas.openxmlformats.org/officeDocument/2006/relationships/slide" Target="slides/slide97.xml"/><Relationship Id="rId129" Type="http://schemas.openxmlformats.org/officeDocument/2006/relationships/slide" Target="slides/slide98.xml"/><Relationship Id="rId130" Type="http://schemas.openxmlformats.org/officeDocument/2006/relationships/slide" Target="slides/slide99.xml"/><Relationship Id="rId131" Type="http://schemas.openxmlformats.org/officeDocument/2006/relationships/slide" Target="slides/slide100.xml"/><Relationship Id="rId132" Type="http://schemas.openxmlformats.org/officeDocument/2006/relationships/slide" Target="slides/slide101.xml"/><Relationship Id="rId133" Type="http://schemas.openxmlformats.org/officeDocument/2006/relationships/slide" Target="slides/slide103.xml"/><Relationship Id="rId134" Type="http://schemas.openxmlformats.org/officeDocument/2006/relationships/slide" Target="slides/slide104.xml"/><Relationship Id="rId135" Type="http://schemas.openxmlformats.org/officeDocument/2006/relationships/slide" Target="slides/slide105.xml"/><Relationship Id="rId136" Type="http://schemas.openxmlformats.org/officeDocument/2006/relationships/slide" Target="slides/slide106.xml"/><Relationship Id="rId137" Type="http://schemas.openxmlformats.org/officeDocument/2006/relationships/slide" Target="slides/slide107.xml"/><Relationship Id="rId138" Type="http://schemas.openxmlformats.org/officeDocument/2006/relationships/slide" Target="slides/slide108.xml"/><Relationship Id="rId139" Type="http://schemas.openxmlformats.org/officeDocument/2006/relationships/slide" Target="slides/slide112.xml"/><Relationship Id="rId140" Type="http://schemas.openxmlformats.org/officeDocument/2006/relationships/slide" Target="slides/slide113.xml"/><Relationship Id="rId141" Type="http://schemas.openxmlformats.org/officeDocument/2006/relationships/slide" Target="slides/slide114.xml"/><Relationship Id="rId142" Type="http://schemas.openxmlformats.org/officeDocument/2006/relationships/slide" Target="slides/slide115.xml"/><Relationship Id="rId143" Type="http://schemas.openxmlformats.org/officeDocument/2006/relationships/slide" Target="slides/slide116.xml"/><Relationship Id="rId144" Type="http://schemas.openxmlformats.org/officeDocument/2006/relationships/slide" Target="slides/slide117.xml"/><Relationship Id="rId145" Type="http://schemas.openxmlformats.org/officeDocument/2006/relationships/slide" Target="slides/slide119.xml"/><Relationship Id="rId146" Type="http://schemas.openxmlformats.org/officeDocument/2006/relationships/slide" Target="slides/slide120.xml"/><Relationship Id="rId147" Type="http://schemas.openxmlformats.org/officeDocument/2006/relationships/slide" Target="slides/slide121.xml"/><Relationship Id="rId148" Type="http://schemas.openxmlformats.org/officeDocument/2006/relationships/slide" Target="slides/slide122.xml"/><Relationship Id="rId149" Type="http://schemas.openxmlformats.org/officeDocument/2006/relationships/slide" Target="slides/slide123.xml"/><Relationship Id="rId150" Type="http://schemas.openxmlformats.org/officeDocument/2006/relationships/slide" Target="slides/slide124.xml"/><Relationship Id="rId151" Type="http://schemas.openxmlformats.org/officeDocument/2006/relationships/slide" Target="slides/slide125.xml"/><Relationship Id="rId152" Type="http://schemas.openxmlformats.org/officeDocument/2006/relationships/slide" Target="slides/slide126.xml"/><Relationship Id="rId153" Type="http://schemas.openxmlformats.org/officeDocument/2006/relationships/slide" Target="slides/slide129.xml"/><Relationship Id="rId154" Type="http://schemas.openxmlformats.org/officeDocument/2006/relationships/slide" Target="slides/slide130.xml"/><Relationship Id="rId155" Type="http://schemas.openxmlformats.org/officeDocument/2006/relationships/slide" Target="slides/slide131.xml"/><Relationship Id="rId156" Type="http://schemas.openxmlformats.org/officeDocument/2006/relationships/slide" Target="slides/slide132.xml"/><Relationship Id="rId157" Type="http://schemas.openxmlformats.org/officeDocument/2006/relationships/slide" Target="slides/slide133.xml"/><Relationship Id="rId158" Type="http://schemas.openxmlformats.org/officeDocument/2006/relationships/slide" Target="slides/slide134.xml"/><Relationship Id="rId159" Type="http://schemas.openxmlformats.org/officeDocument/2006/relationships/slide" Target="slides/slide135.xml"/><Relationship Id="rId160" Type="http://schemas.openxmlformats.org/officeDocument/2006/relationships/slide" Target="slides/slide137.xml"/><Relationship Id="rId161" Type="http://schemas.openxmlformats.org/officeDocument/2006/relationships/slide" Target="slides/slide138.xml"/><Relationship Id="rId162" Type="http://schemas.openxmlformats.org/officeDocument/2006/relationships/slide" Target="slides/slide1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8: Autonomous ED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An autonomous AI agent for knowledge and data cooperation in ED clinical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ED decision support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Knowledge graphs + dynamic patient data can support ED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Build a small rules + data prototype for triage categories.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https://www.nature.com/articles/s41746-026-02869-y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An autonomous AI agent for knowledge and data cooperation in ED clinical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212848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Autonomous ED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LLMs extract knowledge and map semantics to choose task-specific tools.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Reported improvements in triage, DDI detection, readmission and medication recommendation.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clinical AI can be an orchestrator linking knowledge + data +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patient data + knowledge graph + LLM tool selection → ED decision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10.1038/s41746-026-02869-y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5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6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7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8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9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10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8 · figura / tabla / plot 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Autonomous ED AI agent · página del PDF 41 · DOI: 10.1038/s41746-026-02869-y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agent_p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Hybrid graph with over 800,000 nodes combining medical knowledge and dynamic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9: Virtual nursing readmissions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Virtual nursing implementation and 30-day patient readmissions: a multi-site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Nursing / discharge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Virtual nursing programs can be evaluated with readmission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Compare readmission rates by intervention group with pandas.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https://www.nature.com/articles/s41746-026-02881-2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9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Virtual nursing implementation and 30-day patient readmissions: a multi-site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Virtual Nursing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Nine hospitals, before/after virtual nursing implementation.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Matched 4662 virtual-nursing discharges vs 4662 traditional discharges.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30-day ED readmission: 3.7% vs 13.3%.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nursing workflow redesign can be evaluated with propensity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discharge type + baseline risk → readmission / ED return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10.1038/s41746-026-02881-2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9 · figura / tabla / plot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Virtual Nursing · página del PDF 2 · DOI: 10.1038/s41746-026-02881-2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n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Nine hospitals, before/after virtual nursing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9 · figura / tabla / plot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Virtual Nursing · página del PDF 3 · DOI: 10.1038/s41746-026-02881-2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n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Nine hospitals, before/after virtual nursing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9 · figura / tabla / plot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Virtual Nursing · página del PDF 4 · DOI: 10.1038/s41746-026-02881-2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n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Nine hospitals, before/after virtual nursing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9 · figura / tabla / plot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Virtual Nursing · página del PDF 5 · DOI: 10.1038/s41746-026-02881-2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n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Nine hospitals, before/after virtual nursing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9 · figura / tabla / plot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Virtual Nursing · página del PDF 6 · DOI: 10.1038/s41746-026-02881-2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n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Nine hospitals, before/after virtual nursing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10: EviNurse evidence-based nursing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 domain-specific large language model for evidence-based nursing: development and evaluation of EviNurse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Nursing evidence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Domain-specific evidence grounding can improve nursing relevance and usability.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Create a structured nursing question-to-evidence table.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https://www.nature.com/articles/s41746-026-03229-6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11: Tacrolimus dose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DoseTailor for personalised tacrolimus dose optimisation across multicentre populations using interpretable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Pharmacy / transplant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Interpretable AI can support personalized dosing conversations.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Predict dose band from age, weight, eGFR and concentration variables.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https://www.nature.com/articles/s41746-026-03244-7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12: Stroke rehabilitation exergame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AI-driven low-cost rehabilitation exergame as a lightweight framework for stroke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Physiotherapy / rehab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Camera-derived movement features can approximate clinical motor assessment.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repetitions, speed and range-of-motion to predict improvement score.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https://www.nature.com/articles/s41746-026-02383-1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12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AI-driven low-cost rehabilitation exergame as a lightweight framework for stroke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Stroke exergame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Standard camera + MediaPipe extract 2D hand/arm kinematics during gameplay.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Features correlated with Fugl-Meyer motor assessment.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Linear model achieved Spearman ρ 0.92 and R² 0.89.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low-cost video can become an interpretable rehab biomarker.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ROM + speed + trajectory area → motor score / recovery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10.1038/s41746-026-02383-1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12 · figura / tabla / plot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Stroke exergame · página del PDF 2 · DOI: 10.1038/s41746-026-02383-1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oke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Standard camera + MediaPipe extract 2D hand/arm kinematics during gameplay.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12 · figura / tabla / plot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Stroke exergame · página del PDF 4 · DOI: 10.1038/s41746-026-02383-1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oke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Standard camera + MediaPipe extract 2D hand/arm kinematics during gameplay.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12 · figura / tabla / plot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Stroke exergame · página del PDF 5 · DOI: 10.1038/s41746-026-02383-1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oke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Standard camera + MediaPipe extract 2D hand/arm kinematics during gameplay.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12 · figura / tabla / plot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Stroke exergame · página del PDF 6 · DOI: 10.1038/s41746-026-02383-1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oke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Standard camera + MediaPipe extract 2D hand/arm kinematics during gameplay.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12 · figura / tabla / plot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Stroke exergame · página del PDF 10 · DOI: 10.1038/s41746-026-02383-1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oke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Standard camera + MediaPipe extract 2D hand/arm kinematics during gameplay.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13: AI-ECG + AI-FoCUS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Improving structural heart disease screening: AI-ECG and novice AI-guided focused cardiac ultrasound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Cardiac screening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Sequential tests show how PPV/NPV change with workflow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Simulate Test 1 -&gt; Test 2 workflow in pandas.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https://www.nature.com/articles/s41746-026-02856-3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Improving structural heart disease screening: AI-ECG and novice AI-guided focused cardiac ultrasound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AI-ECG + AI-FoCUS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AI-FoCUS feasible in 97.3%.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Two-step AI-ECG → AI-FoCUS maintained high PPV/NPV and reduced FoCUS utilization.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design sequential diagnostic workflows, not isolated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AI-ECG result → focused ultrasound only if positive → SHD screening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10.1038/s41746-026-02856-3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2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3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5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6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7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9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13 · figura / tabla / plot 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AI-ECG + AI-FoCUS · página del PDF 10 · DOI: 10.1038/s41746-026-02856-3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cus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995 adults; nine complete novices used handheld ultrasound with real-time AI guidance.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14: Brain MRI report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Evaluation of LLMs for diagnostic impression generation from brain MRI report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Radiology workflow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Structured findings + clinical information improved diagnostic impression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Turn structured text features into diagnostic categories.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https://www.nature.com/articles/s41746-026-02380-4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15: Diabetic retinopathy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Clinical setting-dependent diagnostic accuracy of AI and store-and-forward DR screening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Public health screening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Sensitivity/specificity must be translated to referral burden and missed disease.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Calculate expected FP/FN per 1000 screened patients.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https://www.nature.com/articles/s41746-026-02627-0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Clinical setting-dependent diagnostic accuracy of artificial intelligence and store-and-forward diabetic retinopathy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01752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Diabetic retinopathy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Compared autonomous AI with store-and-forward teleophthalmology.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Clinical utility depends on prevalence, thresholds and misclassification cost.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sensitivity/specificity become missed disease and referral burden.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prevalence + sensitivity + specificity → FP/FN per 1000 screened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10.1038/s41746-026-02627-0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figura / tabla / plot 1/6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Diabetic retinopathy screening · página del PDF 2 · DOI: 10.1038/s41746-026-02627-0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figura / tabla / plot 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Diabetic retinopathy screening · página del PDF 4 · DOI: 10.1038/s41746-026-02627-0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figura / tabla / plot 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Diabetic retinopathy screening · página del PDF 5 · DOI: 10.1038/s41746-026-02627-0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figura / tabla / plot 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Diabetic retinopathy screening · página del PDF 7 · DOI: 10.1038/s41746-026-02627-0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figura / tabla / plot 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Diabetic retinopathy screening · página del PDF 11 · DOI: 10.1038/s41746-026-02627-0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15 · figura / tabla / plot 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Diabetic retinopathy screening · página del PDF 19 · DOI: 10.1038/s41746-026-02627-0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PRISMA-DTA systematic review and meta-analysis of 28 studies.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16: Clinician + AI prognosis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Impact of an AI prognostic tool on clinician performance in colorectal liver metastases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Oncology prognosis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Clinical value depends on improved clinician performance, time and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Compare clinician-alone vs clinician+model AUC or accuracy.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https://www.nature.com/articles/s41746-026-02606-5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16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Impact of an AI prognostic tool on clinician performance in colorectal liver metastases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414016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Clinician + AI prognosis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12 surgical oncologists evaluated 166 CRLM cases with and without model assistance.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3984 total assessments in a randomized multi-reader multi-case design.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AI assistance improved AUC, reduced decision time and increased confidence.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evaluate human–AI collaboration, not only standalone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clinician-alone vs clinician+AI → AUC, time and confidence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10.1038/s41746-026-02606-5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16 · figura / tabla / plot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 + AI prognosis · página del PDF 2 · DOI: 10.1038/s41746-026-02606-5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lm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12 surgical oncologists evaluated 166 CRLM cases with and without model assistance.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16 · figura / tabla / plot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 + AI prognosis · página del PDF 3 · DOI: 10.1038/s41746-026-02606-5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lm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12 surgical oncologists evaluated 166 CRLM cases with and without model assistance.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