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realistic_professional_looking_indoor_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0"/>
            <a:ext cx="65196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03048"/>
          </a:solidFill>
          <a:ln w="12700">
            <a:solidFill>
              <a:srgbClr val="10304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731520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7512" y="781812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SESIÓN 7 · 3 horas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Deep Learning en Salud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21792" y="22402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8F3FA"/>
                </a:solidFill>
              </a:rPr>
              <a:t>30 preguntas clínicas con respuestas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F3FA"/>
                </a:solidFill>
              </a:rPr>
              <a:t>Google Colab + red neuronal sencilla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" y="3703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AE6FD"/>
                </a:solidFill>
              </a:rPr>
              <a:t>Para estudiantes clínicos, enfermería, fisioterapia y profesionales aliados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sesión de 3 horas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Comprender el mecanismo de una red neuronal y aplicarlo a un clasificador clínico sencillo en Google Colab.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420624"/>
          </a:xfrm>
          <a:prstGeom prst="roundRect">
            <a:avLst>
              <a:gd name="adj" fmla="val 13043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270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0–25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472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Intuición clínica: de signos vitales a probabilidad de riesgo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1920240" cy="420624"/>
          </a:xfrm>
          <a:prstGeom prst="roundRect">
            <a:avLst>
              <a:gd name="adj" fmla="val 13043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2768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25–60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221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Neurona artificial, capas, pesos, sesgo y activaciones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1920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02666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60–95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Forward pass, loss, backpropagation, epochs y aprendizaje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1920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7764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95–125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7216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Overfitting, validación, métricas y seguridad clínica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1920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5262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125–165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4471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Google Colab: red neuronal para dataset clínico sencillo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920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52760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165–180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522122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Tres retos innovadores para aplicar en su ambiente clínico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mental: ¿qué aprende una red neuronal?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La red no memoriza diagnósticos; ajusta pesos para minimizar errores en ejemplos previos y debe validarse en pacientes no vistos.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264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Entrada clínica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1737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Edad, signos vitales, laboratorio, movilidad, dolor, evolución temporal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4264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Neurona artificial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73368" y="1737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Combina entradas con pesos + sesgo y aplica una activación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843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Capas ocultas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" y="31546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Aprenden patrones intermedios: estabilidad, deterioro, trayectorias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172200" y="269748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8437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Salida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73368" y="31546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Probabilidad o clase: riesgo alto/bajo, mejora/no mejora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685800" y="411480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2611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Aprendizaje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6968" y="4572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Forward pass → loss → backpropagation → actualización de pesos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42611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Seguridad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73368" y="4572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4748B"/>
                </a:solidFill>
              </a:rPr>
              <a:t>Validación, calibración, sesgos, umbrales y acción humana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Artículos guía para la sesión 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Usaremos estos trabajos como ejemplos para explicar algoritmos, figuras, plots y decisiones clínicas.</a:t>
            </a:r>
            <a:endParaRPr lang="en-US" sz="118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1. AKI continuo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11880" y="1325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LSTM-Attention · Masked CNN · ITE-Transformer · ROC/PR · alerta continua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2. Sepsis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11880" y="21488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Trayectorias de recuperación/deterioro · variabilidad fisiológica · predicción temprana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3. ICU: clínicos vs 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29718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Comparación humano–modelo · combinación humano+IA · decisión contextual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4. Cirugía e infección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7947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Signos vitales intraoperatorios · features temporales · SHAP · AUROC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5. SIMPLE-HF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4617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Transformer → SHAP → modelo clínico de 11 variables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3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ospital_medical_scene_with_a_sh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03048"/>
          </a:solidFill>
          <a:ln w="12700">
            <a:solidFill>
              <a:srgbClr val="10304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868680"/>
            <a:ext cx="2194560" cy="256032"/>
          </a:xfrm>
          <a:prstGeom prst="roundRect">
            <a:avLst>
              <a:gd name="adj" fmla="val 2857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91897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BLOQUE 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Conceptos esenciales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8F3FA"/>
                </a:solidFill>
              </a:rPr>
              <a:t>Neurona, pesos, activación, capas, pérdida y aprendizaje explicados desde situaciones clínicas reales.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Figura/plot de referencia: AKI y monitoreo continuo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La mejor figura para conectar deep learning con práctica diaria: modelos que predicen AKI a lo largo del tiempo.</a:t>
            </a:r>
            <a:endParaRPr lang="en-US" sz="1180" dirty="0"/>
          </a:p>
        </p:txBody>
      </p:sp>
      <p:pic>
        <p:nvPicPr>
          <p:cNvPr id="4" name="Image 0" descr="/mnt/data/session7_assets/aki_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539496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123444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400" y="1508760"/>
            <a:ext cx="457200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LSTM-Attention: aprende secuencias clínicas irregulares.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Masked CNN: detecta patrones locales en series temporales.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ITE-Transformer: atiende eventos clínicos como tripletas variable–tiempo–valor.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Lección clave: el mejor AUROC en un punto no siempre es el mejor comportamiento en despliegue.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29400" y="47091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048"/>
                </a:solidFill>
              </a:rPr>
              <a:t>Pregunta para discusión: ¿preferimos un modelo con AUROC alto una vez, o uno estable durante todo el turno?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Figura/plot de referencia: trayectorias de sepsis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La idea central: dos pacientes pueden tener el mismo valor actual, pero trayectorias opuestas.</a:t>
            </a:r>
            <a:endParaRPr lang="en-US" sz="1180" dirty="0"/>
          </a:p>
        </p:txBody>
      </p:sp>
      <p:pic>
        <p:nvPicPr>
          <p:cNvPr id="4" name="Image 0" descr="/mnt/data/session7_assets/sepsis_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76072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1417320"/>
            <a:ext cx="484632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La sepsis no es un estado único: puede mejorar rápido, mejorar lento o deteriorarse.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La red aprende no solo valores, sino cambios: pendiente, aceleración y variabilidad.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Con Colab se puede simular una tabla con SOFA, lactato, HR y SpO₂ por turnos.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29400" y="44805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Mini-ejercicio: dibujar tres curvas de SOFA y pedir a los estudiantes que predigan la trayectoria antes del desenlace.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Algoritmos usados en los artículos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No todos los modelos son iguales; cada arquitectura tiene una forma distinta de “mirar” los datos clínicos.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Red densa sencilla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Dataset tabular pequeño: edad, signos vitales, glucosa, creatinina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CNN 1D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69164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Series temporales con patrones locales: ondas, estabilidad, variabilidad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6517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88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LSTM-Attention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Secuencias clínicas donde el orden temporal importa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6517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788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Transformer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10896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Eventos irregulares, datos largos, atención a variables importantes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069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06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XGBoost/Random Forest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52628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Baselines fuertes; útiles para comparar antes de deep learning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206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SHAP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452628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Explicabilidad: qué variables empujan el riesgo hacia arriba o abajo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1/30 · Neurona artificial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Enfermería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Una enfermera registra FC 118, SpO₂ 89%, temperatura 38.7 °C y PAS 88 mmHg. El modelo multiplica cada variable por un número aprendido antes de calcular riesgo. ¿Cómo se llaman esos números?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Épocas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Pesos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Pérdidas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Etiquetas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Activaciones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Pesos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Los pesos determinan cuánta influencia tiene cada variable. Un peso alto para SpO₂ baja o PAS baja hace que esos datos influyan más en el riesgo.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10528" y="4754880"/>
            <a:ext cx="4919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9377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3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w₁x₁ + w₂x₂ + ... + 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2/30 · Sesgo o bias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Clínica general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Dos pacientes tienen valores similares, pero el modelo necesita mover su punto de decisión para adaptarse al contexto. ¿Qué parámetro permite ese desplazamiento?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Sesgo o bias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Batch size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Test set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AUC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Dropout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A. Sesgo o bias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El bias permite que la neurona no dependa únicamente de la suma ponderada. Desplaza el umbral interno de activación.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10528" y="4754880"/>
            <a:ext cx="4919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9377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3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Σ(wx) + 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3/30 · Activaciones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Todos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Una red convierte la suma ponderada de una neurona en una salida no lineal antes de pasarla a la siguiente capa. ¿Qué componente realiza esto?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Optimizador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Función de activación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Matriz de confusión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Conjunto de prueba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AUC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Función de activación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 activación permite que la red aprenda relaciones complejas. Sin activaciones no lineales, muchas capas se comportarían casi como una sola transformación lineal.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10528" y="4754880"/>
            <a:ext cx="4919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9377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3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ReLU(z) = max(0, z)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4/30 · ReLU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Clínica diaria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En las capas ocultas de una red se usa ReLU. ¿Cuál es la razón principal?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Convierte directamente en probabilidad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Introduce no linealidad de forma eficiente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Garantiza calibración perfecta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Elimina datos faltantes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Impide todo overfitting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Introduce no linealidad de forma eficiente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ReLU ayuda a modelar patrones no lineales como “riesgo bajo hasta cierto punto, luego aumento rápido”. Es rápida y muy usada en redes profundas.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ReLU no garantiza seguridad clínica; solo facilita el aprendizaje.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5/30 · Salida sigmoide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Urgencias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Una red debe predecir si un paciente tendrá deterioro en 24 h. La última capa tiene una neurona con activación sigmoide. ¿Por qué?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Produce valores entre 0 y 1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Hace imputación automática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Calcula causalidad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Evita validación externa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Elimina la necesidad de enfermería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A. Produce valores entre 0 y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 sigmoide permite interpretar la salida como probabilidad o riesgo estimado: por ejemplo, 0.82 = riesgo alto, no diagnóstico automático.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10528" y="4754880"/>
            <a:ext cx="4919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9377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3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σ(z)=1/(1+e⁻ᶻ)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6/30 · Forward pass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Colab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Los datos de un paciente entran a la red, pasan por capas ocultas y producen una probabilidad. Los pesos no cambian todavía. ¿Qué proceso ocurrió?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Backpropagation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Forward pass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Regularización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Oversampling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Calibración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Forward pass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El forward pass es la propagación hacia adelante: entradas → capas → salida. Es lo que ocurre durante predicción e inferencia.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Primero se predice; luego se calcula el error.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7/30 · Capas ocultas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Fisioterapia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Una red de rehabilitación tiene tres capas ocultas. ¿Qué representan mejor esas capas?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Tres diagnósticos manuales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Representaciones intermedias aprendidas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Tres hospitales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Tres desenlaces finales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Tres ensayos clínicos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Representaciones intermedias aprendidas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Las capas ocultas combinan variables simples, como ROM y velocidad, para formar patrones más complejos: simetría, control motor o evolución funcional.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La capa oculta aprende patrones, no reglas escritas a mano.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8/30 · Loss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Medicina interna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El desenlace real es y=1, pero el modelo predice 0.12. ¿Qué elemento mide qué tan equivocada fue la predicción?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Función de activación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Función de pérdida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Especificidad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Dropout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Capa de entrada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Función de pérdida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 pérdida penaliza errores. En clasificación binaria se usa frecuentemente binary cross-entropy. Una predicción muy segura pero equivocada recibe gran penalización.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10528" y="4754880"/>
            <a:ext cx="4919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9377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3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-[y log(ŷ)+(1-y)log(1-ŷ)]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9/30 · Accuracy engañosa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Enfermería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En 100 pacientes, solo 5 se deterioran. Un modelo predice “no deterioro” para todos y logra 95% de accuracy. ¿Qué problema ilustra?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Explosión de gradiente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Desbalance de clases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Buena sensibilidad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Calibración perfecta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Sesgo resuelto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Desbalance de clases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 accuracy parece alta porque la mayoría no se deteriora. Pero el modelo falla precisamente en los casos importantes.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En salud, sensibilidad, PPV, NPV y matriz de confusión importan.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10/30 · Backpropagation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Colab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Después de calcular la pérdida, la red calcula cómo cada peso contribuyó al error y ajusta sus parámetros. ¿Cómo se llama este proceso?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Inferencia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Backpropagation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Forward pass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PCA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Calibración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Backpropagation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Backpropagation calcula gradientes de la pérdida respecto a los pesos. Luego el optimizador actualiza los pesos para reducir el error.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10528" y="4754880"/>
            <a:ext cx="4919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9377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3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∂L/∂w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11/30 · Learning 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Todos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El optimizador usa w_new = w_old − η(∂L/∂w). ¿Qué representa η?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Sensibilidad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Learning rate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Especificidad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Prevalencia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Batch size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Learning rate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El learning rate controla el tamaño del paso al actualizar pesos. Muy alto puede saltarse la solución; muy bajo aprende demasiado lento.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Aprender rápido no siempre significa aprender mejor.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12/30 · Época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Colab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 dataset tiene 12,000 visitas. La red procesó todas las visitas una vez durante entrenamiento. ¿Qué se completó?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Una neurona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Una época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Un fold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Una capa oculta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Una activación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Una época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Una época es una pasada completa por el conjunto de entrenamiento. Muchas épocas permiten aprender, pero demasiadas pueden producir overfitting.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Epoch ≠ batch ≠ capa.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13/30 · Entrenamiento vs inferencia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Clínica diaria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Durante entrenamiento hay forward pass, loss, backpropagation y actualización de pesos. ¿Qué ocurre al evaluar un paciente nuevo en la clínica?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Solo backpropagation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Forward pass para producir una predicción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Inicialización aleatoria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Reentrenamiento total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Creación automática de etiqueta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Forward pass para producir una predicción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En inferencia, el modelo ya entrenado usa pesos fijos. No debería cambiar sus pesos con cada paciente sin un proceso controlado.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Modelo desplegado: predice; no aprende libremente.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14/30 · Overfitting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Calidad clínica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 modelo tiene 99% accuracy en entrenamiento, 74% en validación y 72% en test. ¿Cuál es el problema más probable?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Underfitting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Overfitting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Excelente generalización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Calibración perfecta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Alta especificidad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Overfitting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El modelo aprendió demasiado bien las particularidades del entrenamiento, pero no generaliza a pacientes no vistos.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La validación protege contra autoengaño.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15/30 · Curvas de pérdida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Colab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Durante el entrenamiento, la pérdida de entrenamiento baja continuamente, pero la pérdida de validación baja al inicio y luego sube. ¿Qué indica?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El modelo mejora siempre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Inicio de overfitting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El dataset no tiene etiquetas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La red no tiene pesos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La salida no es sigmoide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Inicio de overfitting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Cuando la pérdida de validación sube, el modelo comienza a memorizar patrones del entrenamiento en lugar de generalizar.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El mejor epoch suele estar cerca del mínimo de validación.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16/30 · Prevención de overfitting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Todos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¿Cuál estrategia es apropiada para reducir overfitting en una red clínica?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Agregar capas sin límite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Evaluar solo entrenamiento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Early stopping y regularización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Eliminar test set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Entrenar hasta pérdida cero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C. Early stopping y regularización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También puede usarse dropout, menos complejidad, más datos representativos y validación externa.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Regularizar es enseñar a generalizar.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17/30 · Data leakage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Seguridad clínica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 modelo predice ingreso a UCI y usa como input “orden de ingreso a UCI registrada”. ¿Qué problema existe?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Baja dimensionalidad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Data leakage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Underfitting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Activación incorrecta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Normalización perfecta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Data leakage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El input contiene información del desenlace. El modelo parecerá excelente, pero su rendimiento será artificial y clínicamente inútil.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Nunca use información del futuro para predecir el futuro.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18/30 · Train/validation/test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Colab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¿Cuál afirmación es correcta sobre la división de datos?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Los tres conjuntos actualizan pesos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El test sirve para ajustar hiperparámetros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El test estima rendimiento final en datos no vistos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La validación debe copiarse al entrenamiento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Entrenamiento basta para adopción clínica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C. El test estima rendimiento final en datos no vistos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Entrenamiento aprende pesos; validación guía decisiones de modelo; test estima desempeño final. En salud, luego hace falta validación externa/prospectiva.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Separar datos es separar aprendizaje de prueba.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19/30 · AKI y deep learning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En el estudio de AKI se compararon LSTM-Attention, Masked CNN, ITE-Transformer, XGBoost y regresión logística. ¿Cuál es la lección más importante?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El mejor AUROC puntual siempre gana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El comportamiento temporal durante monitoreo también importa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La regresión logística nunca sirve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Predecir 72 h antes siempre es mejor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No hace falta validación externa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El comportamiento temporal durante monitoreo también importa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El estudio mostró que un modelo con gran rendimiento en un punto puede no ser el más estable cuando se usa como alerta continua.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Despliegue clínico ≠ métrica puntual.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20/30 · Validación externa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Gestión clínica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 modelo entrenado en Hospital A funciona muy bien allí, pero peor en Hospital B. ¿Qué revela?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El modelo es necesariamente fraude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La generalización depende de población y contexto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Backpropagation es inválido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ReLU debe eliminarse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Más epochs siempre resuelven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La generalización depende de población y contexto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Los pacientes, protocolos, laboratorios y mediciones cambian entre hospitales. Por eso la validación externa es crítica antes de adopción.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Un hospital no representa todos los hospitales.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21/30 · Series temporales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¿Por qué un LSTM puede ser útil para datos de UCI?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Solo procesa fotografías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Modela información secuencial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Siempre usa menos pacientes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Garantiza interpretabilidad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No puede usar signos vitales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Modela información secuencial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Los signos vitales no son solo valores aislados; la dirección, estabilidad y cambios por hora pueden anticipar deterioro.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10528" y="4754880"/>
            <a:ext cx="4919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9377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3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HR(t-5), HR(t-4), ..., HR(t)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22/30 · Trayectorias de sepsis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 paciente con sepsis muestra SOFA ascendente, lactato persistente, menor variabilidad de FC e inestabilidad respiratoria. ¿Qué trayectoria se aproxima más?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Recuperación rápida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Recuperación lenta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Deterioro clínico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Control sano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Sin trayectoria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C. Deterioro clínico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Las trayectorias permiten ir más allá del valor actual y evaluar evolución. El grupo de deterioro suele mostrar empeoramiento progresivo.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La pendiente puede importar más que el punto actual.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23/30 · Dinámica clínica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Medicina interna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Paciente A tiene SOFA 11→9→7. Paciente B tiene SOFA 4→5→7. Ambos tienen SOFA 7 ahora. ¿Por qué un modelo dinámico puede distinguirlos?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Porque ignora el valor actual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Porque la dirección del cambio es diferente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Porque ambos están iguales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Porque no usa tiempo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Porque predice causalidad perfecta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Porque la dirección del cambio es diferente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A está mejorando; B está empeorando. Una red o modelo temporal puede aprender patrones de evolución que un puntaje aislado pierde.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Mismo número, historia clínica diferente.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24/30 · Clínicos vs 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Ética clínica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 hospital quiere reemplazar completamente el juicio clínico porque el modelo funciona bien. ¿Qué conclusión es más segura?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La IA siempre reemplaza humanos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Los clínicos deben ignorar IA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Humano + IA puede superar a ambos por separado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Enfermería no puede usar IA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IA siempre gana prospectivamente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C. Humano + IA puede superar a ambos por separado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 evidencia favorece usar IA como apoyo contextual. Las combinaciones humano+modelo pueden funcionar mejor que cualquiera solo.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IA apoya; el profesional decide.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25/30 · Cirugía e infección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Quirófano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En el estudio de infección posoperatoria, ¿qué datos fueron claves para predecir riesgo al final de cirugía?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Solo MRI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Solo genómica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Dinámica de signos vitales intraoperatorios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Solo histopatología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Solo encuestas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C. Dinámica de signos vitales intraoperatorios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Se usaron series de presión arterial, frecuencia cardíaca, SpO₂, temperatura y CO₂ al final de la espiración, transformadas en features interpretables.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La monitorización ya contiene señales digitales útiles.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26/30 · Variabilidad fisiológica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Anestesia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Dos pacientes tienen FC media de 90. A: 89,91,90,89,91. B: 62,125,67,130,66. ¿Por qué el modelo puede asignar riesgos distintos?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La media no existe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La variabilidad y estructura temporal son distintas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Ambos son idénticos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La red ignora series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Solo importa la edad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La variabilidad y estructura temporal son distintas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 media puede ocultar inestabilidad. Tendencias, distribución, entropía, skewness y kurtosis pueden codificar estrés fisiológico.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Promedio igual no significa fisiología igual.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27/30 · Fisioterapia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Rehabilitación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 modelo usa ROM, velocidad, repeticiones, simetría, dolor y fatiga para predecir mejora funcional sí/no. ¿Qué tipo de problema es?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Regresión continua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Clasificación binaria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Clustering solamente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Segmentación de imagen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Reinforcement learning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Clasificación binaria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 salida es una clase: mejora/no mejora. Es ideal para un ejercicio de Colab con datos sintéticos y luego datos reales anonimizados.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El objetivo define el tipo de modelo.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28/30 · Priorización de enfermería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Enfermería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El modelo genera riesgos: A=0.08, B=0.21, C=0.72, D=0.87. ¿Cuál interpretación es más segura?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C y D tienen diagnóstico definitivo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C y D requieren priorización y revisión clínica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A y B deben irse a casa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Se ignora examen físico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Tratamiento automático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C y D requieren priorización y revisión clínica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La salida no es diagnóstico automático. Es una señal para revisar, contextualizar y decidir con criterio profesional.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Probabilidad ≠ orden médica automática.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29/30 · Umbral clínico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Urgencias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Con umbral 0.50: sensibilidad 72%, especificidad 91%. Con umbral 0.30: sensibilidad 91%, especificidad 71%. Si perder deterioros es más peligroso, ¿qué umbral puede preferirse?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0.50 siempre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0.30 si el aumento de falsas alarmas es manejable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Ninguno, no se usan umbrales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1.00 siempre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Solo accuracy decide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B. 0.30 si el aumento de falsas alarmas es manejable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Bajar el umbral aumenta sensibilidad, pero también falsas alarmas. La decisión depende del flujo clínico, recursos y daño de errores.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510528" y="4773168"/>
            <a:ext cx="49194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03048"/>
                </a:solidFill>
              </a:rPr>
              <a:t>Clave: El umbral es una decisión clínica-operativa.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30/30 · Flujo completo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Pregunta de razonamiento clínico aplicada a redes neuronales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835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Proyecto Colab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4983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3048"/>
                </a:solidFill>
              </a:rPr>
              <a:t>Una clínica quiere predecir deterioro con edad, FC, SpO₂, temperatura, PAS, FR, glucosa y funcionalidad. ¿Cuál flujo es más correcto?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48920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A. Entrenar todo y reportar accuracy de entrenamiento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B. Reinicializar pesos con cada paciente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C. Limpiar datos → definir desenlace → split → entrenar → validar → test → revisar errores → evaluación clínica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D. Elegir el modelo con más capas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155"/>
                </a:solidFill>
              </a:rPr>
              <a:t>E. Usar la probabilidad como diagnóstico automático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ECFDF5"/>
          </a:solidFill>
          <a:ln w="12700">
            <a:solidFill>
              <a:srgbClr val="BAE6F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Respuesta: C. Flujo científico completo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212848"/>
            <a:ext cx="491947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El flujo correcto separa aprendizaje, evaluación y decisión clínica. El modelo debe demostrar generalización y utilidad antes de adopción.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10528" y="4754880"/>
            <a:ext cx="49194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9377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30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→ modelo → métricas → revisión clínica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3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realistic_professional_looking_indoor_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03048"/>
          </a:solidFill>
          <a:ln w="12700">
            <a:solidFill>
              <a:srgbClr val="10304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868680"/>
            <a:ext cx="2194560" cy="256032"/>
          </a:xfrm>
          <a:prstGeom prst="roundRect">
            <a:avLst>
              <a:gd name="adj" fmla="val 28571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91897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BLOQUE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Práctica en Google Colab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8F3FA"/>
                </a:solidFill>
              </a:rPr>
              <a:t>La red neuronal sencilla debe ser ejecutable: cargar CSV, separar X/y, entrenar, graficar pérdida y evaluar una matriz de confusión.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Slides 34–43 · Colab: clasificador clínico sencillo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Objetivo: que cada estudiante entienda cómo la teoría se convierte en código reproducible.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4416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1. CSV clínico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3441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patient_id, age, hr, spo2, temp, sbp, rr, glucose, label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55080" y="12344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34416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2. Pandas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13441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df.head(), df.describe(), revisión de faltantes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7004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3. Split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26700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train_test_split con semilla fija para reproducibilidad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256032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7004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4. Red simple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0" y="26700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Dense(16, ReLU) → Dense(8, ReLU) → Dense(1, sigmoid)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88620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9592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5. Entrenar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3995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loss=binary_crossentropy, optimizer=Adam, epochs=30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88620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99592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6. Evaluar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3995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accuracy, AUC, matriz de confusión, sensibilidad, especificidad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problemas innovadores para adoptar en su ambiente clínico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Cada equipo elige uno y lo prototipa primero con datos sintéticos en Colab.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361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1. Asistente de deterioro temprano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0" y="1481328"/>
            <a:ext cx="21488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76672" y="153162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Enfermería / medicina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0" y="193852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Signos vitales + glucosa + estado funcional → riesgo de revisión en 24 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535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2. Clasificador de respuesta en rehabilitación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0" y="2898648"/>
            <a:ext cx="2148840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294894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Fisioterapia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" y="335584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ROM + velocidad + dolor + simetría → mejora funcional sí/no.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3708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48"/>
                </a:solidFill>
              </a:rPr>
              <a:t>3. Priorizador inteligente de carga de enfermería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0" y="4315968"/>
            <a:ext cx="21488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6672" y="436626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Hospitalización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" y="47731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NEWS-like + movilidad + oxígeno + medicamentos → necesidad de revisión durante el turno.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de entrega del mini-proyecto Colab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El proyecto debe demostrar razonamiento clínico, no solo código.</a:t>
            </a:r>
            <a:endParaRPr lang="en-US" sz="118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566928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Definir claramente la pregunta clínica y el desenlace.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Crear o cargar un CSV simple con variables disponibles antes de la decisión.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Entrenar una red neuronal sencilla y mostrar curva de loss.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Reportar matriz de confusión, sensibilidad, especificidad y AUC si es posible.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Elegir un umbral y justificarlo según el daño de falsos negativos/falsos positivos.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Explicar qué acción humana se tomaría: revisar, llamar, repetir medición, derivar.</a:t>
            </a:r>
            <a:endParaRPr lang="en-US" sz="1500" dirty="0"/>
          </a:p>
        </p:txBody>
      </p:sp>
      <p:pic>
        <p:nvPicPr>
          <p:cNvPr id="5" name="Image 0" descr="/mnt/data/a_clean_modern_physiotherapy_rehab_clinic_scen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34440"/>
            <a:ext cx="45720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Frase final para estudiantes clínicos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</a:rPr>
              <a:t>Una red neuronal no reemplaza el juicio profesional; transforma datos en una señal que debe ser validada, interpretada y supervisada.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10424160" cy="2057400"/>
          </a:xfrm>
          <a:prstGeom prst="roundRect">
            <a:avLst>
              <a:gd name="adj" fmla="val 4444"/>
            </a:avLst>
          </a:prstGeom>
          <a:solidFill>
            <a:srgbClr val="103048"/>
          </a:solidFill>
          <a:ln w="12700">
            <a:solidFill>
              <a:srgbClr val="1030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874520"/>
            <a:ext cx="96012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Deep learning = forward pass + loss + backpropagation + validación.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En salud, la pregunta no es solo “¿predice?”, sino “¿ayuda sin causar daño?”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5156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Referencias guía: estudios de AKI continuo, sepsis, UCI, infección posoperatoria y SIMPLE-HF incluidos en el material de la sesión.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SIT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 · Deep Learning en Salud — 30 preguntas clínicas con respuestas</dc:title>
  <dc:subject>Sesión 7 Deep Learning en Salud</dc:subject>
  <dc:creator>OpenAI</dc:creator>
  <cp:lastModifiedBy>OpenAI</cp:lastModifiedBy>
  <cp:revision>1</cp:revision>
  <dcterms:created xsi:type="dcterms:W3CDTF">2026-09-28T17:31:16Z</dcterms:created>
  <dcterms:modified xsi:type="dcterms:W3CDTF">2026-09-28T17:31:16Z</dcterms:modified>
</cp:coreProperties>
</file>