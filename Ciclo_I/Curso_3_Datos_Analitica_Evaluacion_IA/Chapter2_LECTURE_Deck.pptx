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LECTURE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Diagnostics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Safety Override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5–8  •  Oct 29 – Nov 25, 2026  •  Lecture (Virtual Classroom) Slides Only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UNIT 5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Appraisal of AI Diagnostics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Oct 29–Nov 4,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dissociation between benchmark AI performance and real bedside reasoning.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42316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423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70m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871720" y="3749040"/>
            <a:ext cx="24180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71720" y="3749040"/>
            <a:ext cx="241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289800" y="3749040"/>
            <a:ext cx="272034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89800" y="3749040"/>
            <a:ext cx="2720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45m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0010140" y="3749040"/>
            <a:ext cx="151130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10140" y="3749040"/>
            <a:ext cx="1511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25m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5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Appraisal of AI Diagnostics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Sensitivity/Specificity Tradeoff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tuned to catch every case (high sensitivity) will also flag more false alarms — you can't maximize both at once.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stroke-detection AI set to 95% sensitivity might only be 80% specific — meaning 1 in 5 flagged patients doesn't actually have a stroke.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5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Appraisal of AI Diagnostics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Pooled Effect Size (SMD = 0.18)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benchmarks often overstate real-world gains — the actual pooled trial data shows a MODEST, not transformative, improvement.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RCTs and 12,657 patients, AI-assisted diagnosis beat standard care by an effect size of just 0.18 — worth using, but not a reason to stop double-checking.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5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Aidoc, Viz.ai, PathAI, Zebra Medical Vision — FDA-cleared imaging-AI platforms in stroke/ICH triage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MIMIC-CXR, CheXpert, VinDr-CXR — the large labeled datasets these models are commonly trained/validated 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5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answers USMLE-style board questions correctly at high rates but fails at multi-step bedside reasoning tasks. What does this dissociation best illustrate?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AI is unsafe for any clinical use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Test-taking pattern-matching performance does not guarantee real-world complex clinical reasoning competence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USMLE questions are poorly designed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Board scores are the best proxy for bedside safety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5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actual pooled effect size (SMD≈0.18) — not the marketing benchmark — lets a clinician calibrate exactly how much extra scrutiny a CDSS recommendation still deserves, rather than either dismissing or over-trusting it.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5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sensitivity and specificity to a first-year student using this week's sandbox case as your example.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6 — German Quality Pillars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5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UNIT 6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 Quality Pillars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Nov 5–11,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Functionality, Robustness, and Comprehensibility (Explainable AI) failures.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39293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929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65m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69460" y="3749040"/>
            <a:ext cx="18135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6946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383020" y="3749040"/>
            <a:ext cx="332486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8302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6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 Quality Pillars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(SHAP Values)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correct-looking answer with no visible reasoning can't be audited — SHAP shows which input features actually drove the output.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sepsis-risk model's SHAP output shows lactate level contributed 40% of the risk score — letting a clinician check whether that lab value was even accurate.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6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 Quality Pillars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 Heatmaps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heatmap lets you see in seconds whether the AI is looking at the actual pathology or an unrelated artifact.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Grad-CAM overlay on a chest X-ray highlights a rib fracture; if it instead highlights the corner of the image, the finding is likely spurious.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6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Aidoc and similar platforms now ship built-in Grad-CAM-style explainability overlays for radiologists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bodies (TÜV, Fraunhofer) increasingly perform independent AI quality/robustness assessments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6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CDSS gives a treatment recommendation but cannot show which patient variables drove the decision. Which pillar is violated?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Functionality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Robustness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Comprehensibility (Explainable AI)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Interoperability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6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clinician who can read a Grad-CAM heatmap can immediately tell whether an imaging AI's finding is anchored to the actual pathology or to an artifact — a concrete, fast sanity check before acting on the recommendation.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6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three sandbox CDSS malfunction cases by pillar (Functionality/Robustness/Comprehensibility) and defend one classification you found ambiguous.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7 — The Sandbox Override Exercise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6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UNIT 7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Sandbox Override Exercise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Nov 12–18,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 seeded AI error and execute a documented manual override.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30226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02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50m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62680" y="3749040"/>
            <a:ext cx="15113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62680" y="3749040"/>
            <a:ext cx="1511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25m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173980" y="3749040"/>
            <a:ext cx="392938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73980" y="3749040"/>
            <a:ext cx="3929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65m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103360" y="3749040"/>
            <a:ext cx="241808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03360" y="3749040"/>
            <a:ext cx="241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40m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7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Sandbox Override Exercise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Agreement Rate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number tells you how often clinicians rubber-stamp a wrong AI answer — the exact behavior override training targets.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210-participant study, higher perceived benefit of the AI was linked to MORE false agreement — liking the tool made people worse at catching its mistakes.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7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Sandbox Override Exercise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Nudges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interface prompt inserted before confirmation can force a literal second look, interrupting automatic agreement.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active trial (NCT06963957) is testing whether adding "Are you sure? Review the flagged value first" reduces false agreement in physician-LLM diagnosis.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7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RCT (NCT06963957, LUMS Learning Institute) is testing nudge interventions in physician-LLM diagnostic reasoning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7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radiology CDSS flags a chest CT as "no acute findings" with 98% confidence. The supervising resident notices a subtle nodule the AI missed. What is the appropriate next action?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Trust the 98% confidence score and sign out the study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Override the AI output, document the discrepancy, and route for independent radiologist review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Increase the AI's confidence threshold setting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Ignore the finding since AI systems are validated pre-deployment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7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your own false-agreement risk factors (e.g., liking the tool, time pressure) is a transferable meta-skill — the same override reflex applies to any future AI tool, not just this term's CDSS.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7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specific clinical detail that tipped you off during this week's seeded case — could an interface nudge have surfaced that detail automatically?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8 — Synthesis &amp; Checkoff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7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UNIT 8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Nov 19–25,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detect and override one new seeded error under observation.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30m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53640" y="3749040"/>
            <a:ext cx="9067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53640" y="3749040"/>
            <a:ext cx="906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360420" y="3749040"/>
            <a:ext cx="332486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6042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685280" y="3749040"/>
            <a:ext cx="48361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85280" y="3749040"/>
            <a:ext cx="483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80m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8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Under Observation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performance (no peer support) is the best predictor of real unsupervised practice.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overrides correctly in a group exercise but not alone hasn't yet internalized the skill — that exact gap is what this checkoff is designed to reveal.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8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Aidoc, Viz.ai, PathAI vendor landscape from this chapter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8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an independent checkoff, a student quickly agrees with an AI recommendation that is actually wrong. What does this most likely indicate?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AI model needs to be retrained immediately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student has not yet internalized the override skill under unsupervised conditions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checkoff case was invalid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Fast answers are always correct answers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8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this checkoff independently — without a peer watching — is the strongest available proxy for how the student will behave the first time this happens in real, unsupervised practice.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8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had failed this checkoff, what specific behavior would you change before your retake, beyond "look more carefully"?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Chapter 3 — Clinical Care Pathways &amp; Data Sovereignty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8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2 Lecture Complete.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the matching Lab deck for the Virtual Clinical Sandbox activities.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2026-09-10T02:59:43Z</dcterms:created>
  <dcterms:modified xsi:type="dcterms:W3CDTF">2026-09-10T02:59:43Z</dcterms:modified>
</cp:coreProperties>
</file>