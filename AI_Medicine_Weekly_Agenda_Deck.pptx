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640080"/>
            <a:ext cx="1737360" cy="1737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2563" y="848563"/>
            <a:ext cx="1320394" cy="13203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103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AGENDA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BREAKDOWN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3832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Supplement — Minute-by-Minute Class Schedule for Every Unit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4023360"/>
            <a:ext cx="29260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206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activity block is shown as a clock range, in minutes, AND in decimal hours (e.g., 30 min = 0.50 hrs)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the Theory/Math deck's 4-category time ledger — this deck breaks those same totals into a runnable class schedule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· 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 in Medicine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0:10–1:10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1:10–1:45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1:45–2:20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· 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— The Four 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0:10–1:00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1:00–1:30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1:30–2:15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· 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Scribing in Practice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0:10–0:55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0:55–1:40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1:40–2:15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· UNIT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0:10–0:40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0:40–1:00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1:00–1:45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· UNIT 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Appraisal of AI Diagnostics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0:10–1:10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1:10–1:50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1:50–2:20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· UNIT 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 Quality Pillars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0:10–1:05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1:05–1:35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1:35–2:15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· UNIT 7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 Override Exercise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0:10–0:50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0:50–1:15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1:15–2:05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· UNIT 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0:10–0:30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0:30–0:45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0:45–1:25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· UNIT 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Care Planning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3F6C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0:10–1:00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1:00–1:35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1:35–2:10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2:10–2:45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· UNIT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&amp; Data Sovereignty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3F6C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0:10–0:55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0:55–1:40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1:40–2:15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· UNIT 11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Anonymization &amp; Secondary Data Use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3F6C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0:10–0:55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0:55–1:25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1:25–2:05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· UNIT 12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3F6C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0:10–0:35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0:35–0:50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0:50–1:25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· UNIT 13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Liability Mapping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7A4B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0:10–0:45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0:45–1:15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1:15–2:05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· UNIT 14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 Risk Tiers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7A4B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0:10–0:55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0:55–1:35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1:35–2:15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· UNIT 15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Consent &amp; Transparency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7A4B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0:10–0:35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0:35–1:00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1:00–1:55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· UNIT 16-17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Prep &amp; Final Checkoff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7A4B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0:10–1:20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1:20–2:00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2:00–3:45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3:45–5:45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5:45–6:00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360 minutes = 6.00 decimal hours (6:00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956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unit spans TWO weeks (16 prep + 17 checkoff) — 360 min = 6.00 hrs total across both standard 3-hr sessions.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Station Design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B562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0:10–0:40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0:40–0:55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0:55–1:50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 — Round 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B562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0:10–0:30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0:30–0:40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0:40–1:15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20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 — Round 2 + Remediation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B562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0:25–0:35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0:35–1:15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21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Wrap-Up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B562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0:20–0:30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0:30–1:45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· UNIT 22-23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Shifts 1 &amp; 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Instruction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0:15–0:20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0:20–0:55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Discussion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0:55–1:30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557016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355701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90 minutes = 1.50 decimal hours (1:30 on the clock)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07822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Pre/post-shift briefing ONLY (90 min = 1.50 hrs). Each shift itself is 6 hrs of VCS lab time — see the Time/Training/Practice deck.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· UNIT 24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/ Retake Window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 Instruction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Discussion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0:20–0:30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557016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355701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30 minutes = 0.50 decimal hours (0:30 on the clock)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07822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check-in only (30 min = 0.50 hrs). The remainder of this week is open, unscheduled VCS sandbox access.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· UNIT 25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Course Close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7132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 hrs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6420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(framing question for this unit)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0:10–0:30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03120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 &amp; Math Instruction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0:30–0:50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 hrs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542032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 Case Studies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8094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0:50–1:35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hrs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2980944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Question &amp; Facilitated Class Discussion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19856"/>
            <a:ext cx="11064240" cy="438912"/>
          </a:xfrm>
          <a:prstGeom prst="rect">
            <a:avLst/>
          </a:prstGeom>
          <a:solidFill>
            <a:srgbClr val="EAF3F8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1:35–2:45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 hrs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419856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 / Med-Ed Reflection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hrs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858768"/>
            <a:ext cx="713232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Transition to Next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180 minutes = 3.00 decimal hours (3:00 on the clock)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Weekly Agenda &amp; Time Breakdown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Minute Accounted For.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units, clock-timed, in minutes and decimal hours.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2026-09-09T20:28:33Z</dcterms:created>
  <dcterms:modified xsi:type="dcterms:W3CDTF">2026-09-09T20:28:33Z</dcterms:modified>
</cp:coreProperties>
</file>