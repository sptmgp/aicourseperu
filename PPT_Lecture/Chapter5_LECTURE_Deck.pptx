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LECTURE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18–21  •  Jan 28 – Feb 24, 2027  •  Lecture (Virtual Classroom) Slides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18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18 · Jan 28–Feb 3,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valid cross-chapter integration test case.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40m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58160" y="3749040"/>
            <a:ext cx="9067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58160" y="374904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64940" y="3749040"/>
            <a:ext cx="42316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6494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70m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196580" y="3749040"/>
            <a:ext cx="33248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965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Station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Bloom's Taxonomy Alignment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station that only requires recall doesn't prove a student can actually USE a skill under pressure.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automation bias?" tests recall. "Here's a live case — did automation bias just occur, and what do you do?" tests application — the second is what a real OSCE station needs.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Medical-education OSCE design literature broadly recommends multi-domain station design over single-skill checklists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integration station should ideally include: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Exactly one obvious trap and no ambiguity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More than one plausible "trap" spanning multiple competency areas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No grading rubric, to keep it flexible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Only content from a single prior chapter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station forces students to articulate the underlying failure mode explicitly — a deeper form of mastery than simply passing one.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Bloom's level does your station actually test — recall, application, or analysis? How would you know if it slipped back to recall?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19 — Mock OSCE, Round 1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18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19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 · Feb 4–10,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under timed, integrated pressure.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05816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5816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Cohen's Kappa (κ)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whether two examiners scoring the same student would actually agree — without it, "pass/fail" is just one person's opinion.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kappa of 0.85 across examiners means your OSCE scoring is highly reliable; a kappa of 0.40 means you need to retrain your raters before trusting the results.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OSCE scoring methodology is widely used across medical schools and increasingly adapted for AI-assisted-care stations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timed OSCE station, what is the correct HITL checkpoint order before disposition?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Sign the note first, verify later if time allows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Verify transcription → question the AI risk score → invoke override → confirm documentation compliance → document reasoning/consent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Skip verification under time pressure to finish faster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Order is irrelevant as long as the final note is signed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Cohen's kappa lets instructors defend their own OSCE scoring as reliable and evidence-based, not just subjectively fair.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Self-score your own station performance against the checkpoint sequence before instructor feedback — where did your self-score diverge most from the actual result?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20 — Mock OSCE Round 2 + Remediation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19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20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 · Feb 11–17,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remediation stations (if needed) or receive individual performance feedback.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5113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5113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5138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5138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5590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5590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0760" y="3749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90m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OSCE — Round 2 + Remediation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Mastery-Learning Threshold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bar (not a curve) means passing reflects real competency, not just being better than an unlucky classmate.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mastery bar is "4 of 5 HITL checkpoints correctly executed," every student who hits that bar passes — even if the whole cohort has an unusually strong day.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Mastery-learning models are used broadly across simulation-based medical education, not tied to any single vendor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best distinguishes automation bias from an explainability failure?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Automation bias is a system failure; explainability failure is a human failure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is a human failure to scrutinize; explainability failure is a system failure to justify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They are the same phenomenon with different names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Neither applies to diagnostic AI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mastery threshold (not a curve) means remediation reflects an actual competency gap, not relative rank — a fairer and more defensible standard for both students and institutions.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your own real-world example distinguishing automation bias from an explainability failure before checking the model answer.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21 — Consolidation Wrap-Up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20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B562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UNIT 21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· Feb 18–24,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B562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the full course to date and confirm readiness for the Capstone.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2090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84912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4912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53640" y="3749040"/>
            <a:ext cx="544068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453640" y="3749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90m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60m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Sign-Off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gap here is cheap; catching the same gap during the graded Capstone is not.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still hesitates on manual overrides gets a short remediation plan now, rather than discovering the gap during a graded Capstone shift.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B5622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full vendor and tooling landscape covered across Chapters 1–5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not yet ready to advance to the Capstone at the Week 21 sign-off. What is the appropriate response?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Advance them anyway to keep the cohort together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Provide a short, specific remediation plan before Month 6 begins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Remove them from the course permanently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the gap since Consolidation is ungraded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open-forum format surfaces exactly which concepts didn't fully land BEFORE the high-stakes Capstone, when it's still cheap and low-risk to fix.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concept from this entire course you are least confident explaining to a patient — what would help you close that gap this week?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5622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6 — Solo Pilot Capstone &amp; Certification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Ch.5 Unit 21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 Lecture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matching Lab deck for the Virtual Clinical Sandbox activities.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