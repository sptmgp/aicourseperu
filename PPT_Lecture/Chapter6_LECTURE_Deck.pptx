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1828800" cy="1828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859536"/>
            <a:ext cx="1389888" cy="13898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219456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21295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2194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LECTURE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97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 Pilot Capstone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1605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22–25  •  Feb 25 – Mar 24, 2027  •  Lecture (Virtual Classroom) Slides Only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UNIT 22-23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Shifts 1 &amp; 2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22–23 · Feb 25–Mar 10, 2027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2129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full simulated shift independently, twice, with different case mixes.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18135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15m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453640" y="3749040"/>
            <a:ext cx="60452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453640" y="3749040"/>
            <a:ext cx="60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5m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058160" y="3749040"/>
            <a:ext cx="423164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058160" y="3749040"/>
            <a:ext cx="423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35m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289800" y="3749040"/>
            <a:ext cx="423164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89800" y="3749040"/>
            <a:ext cx="423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35m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90 min = 1.50 decimal hrs (1:30 on the clock) — LECTURE PORTION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22-23 — LECTURE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Shifts 1 &amp;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 Metric (Variance Across Shifts)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practice isn't one good day — reliability under normal fluctuation is what's actually being certified.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who scores 90% on Shift 1 and 60% on Shift 2 has a bigger problem than one who scores 75% on both — the drop reveals an unreliable skill, not just a hard case.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22-23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the full vendor/tooling landscape from all six chapters is available in the capstone simulation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22-23 — LECTURE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performs excellently on Capstone Shift 1 but misses several checkpoints on Shift 2. What does the grading standard require?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Pass based on the better of the two shifts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Evaluate for consistency across both shifts, not just the best performance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Automatically fail without review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Average the two scores regardless of the pattern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22-23 — LECTURE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on consistency (not peak performance) mirrors what real independent practice actually demands — reliability on an average day, not brilliance on a good one.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22-23 — LECTURE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your own Shift 1 and Shift 2 performance — what changed between them, and was it fatigue, case difficulty, or something else?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Unit 24 — Remediation / Retake Window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22-23 — LECTURE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UNIT 24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Remediation / Retake Window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24 · Mar 11–17, 2027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2129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specific, named gaps identified during the capstone shifts.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18135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5m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453640" y="3749040"/>
            <a:ext cx="181356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453640" y="3749040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5m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267200" y="3749040"/>
            <a:ext cx="362712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267200" y="3749040"/>
            <a:ext cx="362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10m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894320" y="3749040"/>
            <a:ext cx="362712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94320" y="3749040"/>
            <a:ext cx="362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10m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30 min = 0.50 decimal hrs (0:30 on the clock) — LECTURE PORTION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24 — LECTURE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Remediation / Retake Window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Targeted-Gap Remediation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Re-teaching an entire course wastes time on skills the student already has — precision remediation respects everyone's time.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who only struggled with consent disclosure gets one focused practice session on that skill alone, not a repeat of all 25 weeks.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24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vendor content this week — targeted skill practice only, using tools already introduced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24 — LECTURE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correct scope for a Week 24 remediation session?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 full re-teach of the entire course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The specific, named gap identified during the capstone debrief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Only topics the student personally requests, regardless of the actual gap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No remediation is offered at this stage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24 — LECTURE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Narrow, targeted remediation gets a student back to competency faster than a broad review — respecting both the student's time and the instructor's.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24 — LECTURE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in one sentence, the exact gap you are remediating this week — can you defend why it's the right one to focus on?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Unit 25 — Certification &amp; Course Close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24 — LECTURE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UNIT 25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Course Close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25 · Mar 18–24, 2027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2129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final checkoff and close the course.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18135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30m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453640" y="3749040"/>
            <a:ext cx="12090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453640" y="3749040"/>
            <a:ext cx="120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20m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662680" y="3749040"/>
            <a:ext cx="362712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662680" y="3749040"/>
            <a:ext cx="362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60m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289800" y="3749040"/>
            <a:ext cx="423164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89800" y="3749040"/>
            <a:ext cx="423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70m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 — LECTURE PORTION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25 — LECTURE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Course Close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Human-in-the-Loop, Restated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equation, algorithm, and framework in this course was really just a different tool for implementing one idea: humans verify, AI assists.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WER in Week 1 to the Capstone's consistency metric in Week 23, every graded skill in this course measured some version of "did the human catch what the AI missed."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25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vendor/tooling recap: scribes, imaging AI, NLP care-planning, sovereign hosting, and OSCE methodology vendors covered this term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25 — LECTURE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single principle connects every chapter of this course, from Unit 1 to Unit 25?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AI tools should never be used in clinical practice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Human-in-the-Loop: the human retains active verification and judgment at every step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Faster AI tools are always safer AI tools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Regulatory compliance is unrelated to clinical safety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25 — LECTURE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confirms not just tool familiarity but a demonstrated, HITL-consistent practice pattern across a full simulated shift — the actual asset an employer is credentialing.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25 — LECTURE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one skill from this course you expect to use first in real practice, and why — this is also useful instructor feedback on which weeks landed hardest.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Proceed to the next unit.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25 — LECTURE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1005840"/>
            <a:ext cx="1828800" cy="1828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1225296"/>
            <a:ext cx="1389888" cy="1389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3063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6 Lecture Complete.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749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to the matching Lab deck for the Virtual Clinical Sandbox activities.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sec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2026-09-10T02:59:43Z</dcterms:created>
  <dcterms:modified xsi:type="dcterms:W3CDTF">2026-09-10T02:59:43Z</dcterms:modified>
</cp:coreProperties>
</file>