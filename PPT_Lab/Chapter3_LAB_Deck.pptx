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Care Pathways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9–12  •  Nov 26 – Dec 23, 2026  •  Virtual Clinical Sandbox (Lab) Activities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9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Care Planning  ·  Week 9 · Nov 26–Dec 2,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AI-drafted care plan from a Synthea synthetic patient record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bedside reassessment; revise the plan against what the "patient" reports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both the original AI draft and the revised plan for comparison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10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Data Sovereignty  ·  Week 10 · Dec 3–9,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the data flow of every VCS tool used this term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point where data would leave institutional control in a real hospital deployment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Small-group presentations of data-flow maps to the full class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11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&amp; Secondary Data Use  ·  Week 11 · Dec 10–16,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research-ready dataset from a batch of Synthea records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anonymization step taken — this documentation is the actual graded skill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Peer-review: try to re-identify a record from a classmate's "anonymized" extract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12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  ·  Week 12 · Dec 17–23,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task: produce one anonymized extract from a synthetic care-plan record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against the documentation-of-steps standard from Week 11, not just the final output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scheduled break after this week before Chapter 4 resumes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