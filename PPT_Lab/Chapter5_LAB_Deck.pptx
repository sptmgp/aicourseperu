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18–21  •  Jan 28 – Feb 24, 2027  •  Virtual Clinical Sandbox (Lab) Activities Only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18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Station Design  ·  Week 18 · Jan 28–Feb 3, 2027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design one station combining ≥2 of: scribing error, diagnostic override, sovereignty documentation, consent disclosure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station on a different peer group and collect feedback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— LAB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OSCE — Round 1  ·  Week 19 · Feb 4–10, 2027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stations via video platform, instructor-scored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strict time limits even when a student is visibly struggling — realistic time pressure is part of the assessment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— LAB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20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OSCE — Round 2 + Remediation  ·  Week 20 · Feb 11–17, 2027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room: remediation students repeat stations; others get 1:1 debriefs on Round 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remediation non-punitive in tone — frame it as "not yet," not "failed"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— LAB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21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Wrap-Up  ·  Week 21 · Feb 18–24, 2027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Free-practice sandbox time, student-directed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readiness sign-off; any student not ready gets a short, specific remediation plan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— LAB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5 Lab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Virtual Clinical Sandbox activities use synthetic or de-identified data only.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2026-09-10T02:59:43Z</dcterms:created>
  <dcterms:modified xsi:type="dcterms:W3CDTF">2026-09-10T02:59:43Z</dcterms:modified>
</cp:coreProperties>
</file>