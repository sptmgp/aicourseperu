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1828800" cy="1828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859536"/>
            <a:ext cx="1389888" cy="13898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219456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21295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21945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· 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97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Diagnostics &amp;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Safety Override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1605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5–8  •  Oct 29 – Nov 25, 2026  •  Virtual Clinical Sandbox (Lab) Activities Only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5 · 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Appraisal of AI Diagnostics  ·  Week 5 · Oct 29–Nov 4, 2026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83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(don't act on) a diagnostic-AI demo run against de-identified MIMIC-CXR sample images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803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the AI's stated confidence score next to the actual finding for each case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9776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how often high confidence coincided with a wrong answer — used again in Week 7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 to explain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5 — LAB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6 · 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Quality Pillars  ·  Week 6 · Nov 5–11, 2026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83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8–10 de-identified CDSS malfunction write-ups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803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groups sort each case by which pillar was violated, then defend to another group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9776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disagreements as a full class — disagreement here is pedagogically useful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 to explain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6 — LAB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7 · 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Sandbox Override Exercise  ·  Week 7 · Nov 12–18, 2026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83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seeds 2–3 cases with a clinically implausible AI output (undisclosed to students)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803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Grade: noticed the anomaly, can articulate why it's implausible, documented a manual override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9776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students who caught the seed explain their specific "tell" — builds shared vocabulary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 to explain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7 — LAB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8 · 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&amp; Checkoff  ·  Week 8 · Nov 19–25, 2026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83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new seeded case per student, observed live (in person or screen-share)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803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criteria: detect the anomaly, articulate the reasoning, document the override correctly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9776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→ repeat the Week 7 exercise with a new case before re-attempting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 to explain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Ch.2 Unit 8 — LAB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1005840"/>
            <a:ext cx="1828800" cy="1828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4" y="1225296"/>
            <a:ext cx="1389888" cy="13898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30632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2 Lab Complete.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749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Virtual Clinical Sandbox activities use synthetic or de-identified data only.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sec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2026-09-10T02:59:43Z</dcterms:created>
  <dcterms:modified xsi:type="dcterms:W3CDTF">2026-09-10T02:59:43Z</dcterms:modified>
</cp:coreProperties>
</file>