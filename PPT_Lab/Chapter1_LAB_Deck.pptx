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Time Savings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Foundation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1–4  •  Oct 1 – Oct 28, 2026  •  Virtual Clinical Sandbox (Lab) Activities Only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in Medicine  ·  Week 1 · Oct 1–7,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accounts: Synthea, sandbox EHR, ambient-scribe trial license — done live, screen-shared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exercise: time a manual documentation task with no AI, for comparison in Week 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during the timed task but don't answer content questions — it would bias the baseline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1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The Four Rs  ·  Week 2 · Oct 8–14,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up: one plays patient (Synthea case card), one plays clinician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scribe, then revise the prompt once based on what it got wrong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both prompt versions side-by-side; review 3–4 pairs as a group in the last 20 minutes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2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Scribing in Practice  ·  Week 3 · Oct 15–21,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mock-clinic day: 3–4 synthetic-patient encounters of increasing complexity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running "catch log" tagged by error type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15 min: total your own catch log — this becomes your baseline for Week 4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3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  ·  Week 4 · Oct 22–28,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run one full ambient-scribed encounter, correct the note, and sign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catch at least one seeded error, and the corrected note reflects it accurately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miss the seeded error repeat before advancing to Chapter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Ch.1 Unit 4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2026-09-10T02:45:30Z</dcterms:created>
  <dcterms:modified xsi:type="dcterms:W3CDTF">2026-09-10T02:45:30Z</dcterms:modified>
</cp:coreProperties>
</file>