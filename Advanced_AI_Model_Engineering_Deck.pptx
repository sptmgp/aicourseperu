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011680"/>
            <a:ext cx="2834640" cy="411480"/>
          </a:xfrm>
          <a:prstGeom prst="roundRect">
            <a:avLst>
              <a:gd name="adj" fmla="val 17778"/>
            </a:avLst>
          </a:prstGeom>
          <a:solidFill>
            <a:srgbClr val="065A8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UNIT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14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AI Model Engineering for Medicine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429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Image Analysis, Fine-Tuning Open-Source Models, and Core LLM Algorithms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 Engineering for Medicine — Supplementary Unit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Unit Covers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99705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9202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Image Analysis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4231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CNN/Vision Transformer pipelines process DICOM images end to end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050" y="199705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0" y="19202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Open-Source Models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242316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 GitHub-hosted model and adapting it to a medical task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4100170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023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LLM Algorithms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45262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LoRA, RAG, and RLHF — the mechanisms behind medical LLMs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63640" y="37947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92240" y="40233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050" y="4100170"/>
            <a:ext cx="486461" cy="48646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15200" y="40233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Before Deployment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315200" y="45262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fine-tuned model needs a documented safety/bias check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 Engineering for Medicine — Supplementary Unit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ANALYSIS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Clinical Image Analysis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DICOM → Preprocessing → CNN/ViT → Output Map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 image never goes straight into a model — it passes through a standardized pipeline (format conversion, normalization, resizing) first. Understanding this pipeline is what lets you debug WHY a model failed on a specific image, instead of just accepting a wrong answer.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chest X-ray arrives as a DICOM file → is converted to a normalized pixel array → resized to the model's expected input (e.g., 224×224) → passed through a CNN or Vision Transformer → produces a heatmap (Grad-CAM) showing which regions drove the prediction.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 Engineering for Medicine — Supplementary Unit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ENGINEERING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an Open-Source Model from GitHub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Parameter-Efficient Fine-Tuning (PEFT/LoRA)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 of a large open-source model requires enormous compute and risks overwriting the model's general knowledge. LoRA (Low-Rank Adaptation) freezes the original weights and trains only a small set of added parameters — making medical fine-tuning feasible on modest hardware.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an open-source model repo (e.g., from Hugging Face/GitHub) → freeze all original weights → attach small trainable LoRA matrices to the attention layers → fine-tune ONLY those matrices on a de-identified/synthetic clinical text dataset → merge or keep separate for evaluation.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 Engineering for Medicine — Supplementary Unit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ENGINEERING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 (RAG)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LLM Output in Retrieved Medical Literature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fine-tuned model can still hallucinate. RAG reduces this by retrieving relevant, verified documents (e.g., clinical guidelines) at inference time and feeding them into the prompt — so the model's answer is grounded in retrieved text, not just its trained memory.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 question triggers a search against a vetted guideline database; the top 3 matching passages are inserted into the prompt alongside the question, and the model is instructed to answer using only those passages — directly reducing fabricated citations.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 Engineering for Medicine — Supplementary Unit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ENGINEERING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RLHF/RLAIF — Aligning Model Behavior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 from Human (or AI) Feedback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text alone teaches a model WHAT to say; RLHF teaches it HOW to say it safely — training the model to prefer cautious, well-hedged, verifiable answers over confident-sounding but ungrounded ones.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reviewers rank multiple model outputs for the same clinical question by safety and accuracy; those rankings train a reward model, which is then used to fine-tune the LLM to prefer the reviewer-preferred style of answer.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 Engineering for Medicine — Supplementary Unit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Deep-Dive: LoRA (Low-Rank Adaptation)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W₀x + ΔWx = W₀x + BAx     (B: d×r, A: r×k, r ≪ d,k)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10607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W₀ is the original model's frozen weight matrix. Instead of updating all of W₀ (millions/billions of parameters), LoRA learns two small matrices B and A whose product BA approximates the needed update ΔW, using a rank r that's tiny compared to the full dimensions.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 4096×4096 attention weight matrix has ~16.8 million parameters. With rank r=8, LoRA's B (4096×8) and A (8×4096) matrices together have only ~65,000 trainable parameters — a &gt;99% reduction — while still meaningfully adapting the model's behavior.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min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 Engineering for Medicine — Supplementary Unit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Fine-Tune a GitHub-Hosted Medical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63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model repository (e.g., git clone from Hugging Face/GitHub) and review its model card and license terms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7568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0756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0299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environment: Python virtual environment, install requirements.txt, confirm GPU/CUDA availability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642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5968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your dataset — SYNTHETIC or fully de-identified clinical text ONLY, formatted as instruction/response pairs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954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16382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base model; attach LoRA adapters to the attention layers using a library such as Hugging Face PEFT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7764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776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7307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fine-tuning script; monitor training/validation loss to catch overfitting early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343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a held-out validation set using task-specific metrics, not just loss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91032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910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48646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documented safety/bias check before any clinical-adjacent use — write a model card recording what changed and why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 Engineering for Medicine — Supplementary Unit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Medical Model Landscape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Open-Source/Open-Weight Medical Models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Meditron (EPFL) — Llama-based, fine-tuned on medical literature and guidelines, openly available on GitHub/Hugging Face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BioMistral — Mistral-based model fine-tuned on PubMed Central text, released open-weight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MedGemma — open, multimodal (text + medical image) model family for research and development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PubMedBERT / ClinicalBERT — earlier-generation, still widely used encoder models fine-tuned on biomedical/clinical text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BioMedLM — biomedical-domain language model trained from scratch on PubMed abstracts and full text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 Engineering for Medicine — Supplementary Unit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fine-tunes an open-source medical LLM using LoRA on a small, synthetic clinical dataset, then deploys it without further review. What critical step was skipped?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Nothing — LoRA fine-tuning alone is sufficient for safe clinical deployment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A documented safety/bias evaluation and model card before any clinical-adjacent use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Full fine-tuning must always replace LoRA before deployment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The base model's original license becomes irrelevant after fine-tuning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 Engineering for Medicine — Supplementary Unit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Clinical Practice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build models yourself to benefit from understanding this pipeline. Knowing that a vendor's tool was fine-tuned with LoRA on a specific dataset — and whether that dataset resembles YOUR patient population — is exactly the kind of question this course has trained you to ask (the same HITL instinct from Week 1, applied to model provenance instead of a single note). RAG-grounded tools are also increasingly common in clinical decision support — knowing what RAG is lets you ask a vendor 'what sources is this grounded in?' instead of accepting a citation on faith.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 Engineering for Medicine — Supplementary Unit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7A4B8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INTEGRATION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Fits Your Course Structure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103327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SUPPLEMENTARY, more technical unit — best suited as an elective or advanced module rather than a required week, given the clinical (not engineering) focus of most students.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fit: pair with Dr. Thirumuruganandham's role covering mathematical/algorithmic foundations — this unit extends Week 1's transformer-attention content into fine-tuning and RAG.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placement: optional add-on after Chapter 1 (Week 4) or as bonus content within Chapter 2 (diagnostic AI), for students with a technical/data-science background.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matching lab activity (e.g., running a provided LoRA fine-tuning notebook on synthetic clinical text in Google Colab) would need to be built separately if this becomes a required lab week rather than an elective lecture.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 min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 Engineering for Medicine — Supplementary Unit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Principle, Deeper Under the Hood.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these models are built makes you a sharper verifier of their output.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Model Engineering for Medicine — Supplementary Unit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2026-09-10T03:32:40Z</dcterms:created>
  <dcterms:modified xsi:type="dcterms:W3CDTF">2026-09-10T03:32:40Z</dcterms:modified>
</cp:coreProperties>
</file>